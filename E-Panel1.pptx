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Proxima Nova" panose="02000506030000020004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9b3662a2b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9b3662a2b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9b3662a2b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9b3662a2b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9b3662a2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9b3662a2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9b3662a2b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9b3662a2b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9b3662a2b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9b3662a2b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9b3662a2b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9b3662a2b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9b3662a2b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9b3662a2b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9b3662a2b_2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9b3662a2b_2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9b3662a2b_2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9b3662a2b_2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9b3662a2b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9b3662a2b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9b3662a2b_2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9b3662a2b_2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9b3662a2b_2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9b3662a2b_2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9b3662a2b_2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9b3662a2b_2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9b3662a2b_2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9b3662a2b_2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9b3662a2b_2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49b3662a2b_2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9b3662a2b_2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49b3662a2b_2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9b3662a2b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49b3662a2b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49b3662a2b_2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49b3662a2b_2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49b3662a2b_2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49b3662a2b_2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E-Panel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4000"/>
              <a:t>Online segítségkérés és szavazás egy közösségben</a:t>
            </a:r>
            <a:endParaRPr sz="400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Készítette: Kovács Szabolcs, Jánosi Marcell, Sike Domonkos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75" y="237975"/>
            <a:ext cx="1314450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9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Mi az E-Panel?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u" u="sng">
                <a:solidFill>
                  <a:schemeClr val="lt1"/>
                </a:solidFill>
              </a:rPr>
              <a:t>Az E-Panel egy online platform, ami lehetővé teszi a lakóközösségek számára:</a:t>
            </a:r>
            <a:endParaRPr u="sng"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hu">
                <a:solidFill>
                  <a:schemeClr val="lt1"/>
                </a:solidFill>
              </a:rPr>
              <a:t>Szavazások indítását és lebonyolítását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hu">
                <a:solidFill>
                  <a:schemeClr val="lt1"/>
                </a:solidFill>
              </a:rPr>
              <a:t>Segítségkérést és -adást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hu">
                <a:solidFill>
                  <a:schemeClr val="lt1"/>
                </a:solidFill>
              </a:rPr>
              <a:t>Közösségi ügyek intézését online módon</a:t>
            </a:r>
            <a:endParaRPr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9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Miért hoztuk létre?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u" u="sng">
                <a:solidFill>
                  <a:schemeClr val="lt1"/>
                </a:solidFill>
              </a:rPr>
              <a:t>Szükség volt egy eszközre, ami:</a:t>
            </a:r>
            <a:endParaRPr u="sng"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hu">
                <a:solidFill>
                  <a:schemeClr val="lt1"/>
                </a:solidFill>
              </a:rPr>
              <a:t>Egyszerűsíti a közös döntéshozatalt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hu">
                <a:solidFill>
                  <a:schemeClr val="lt1"/>
                </a:solidFill>
              </a:rPr>
              <a:t>Átláthatóvá teszi a folyamatokat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hu">
                <a:solidFill>
                  <a:schemeClr val="lt1"/>
                </a:solidFill>
              </a:rPr>
              <a:t>Segíti az online kommunikációt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9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Kiknek szól?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Társasházak lakói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Lakásszövetkezetek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Közösségi csoportok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Bárki, aki szeretne online szavazni vagy segítséget kérni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Fő funkciók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Szavazások létrehozása, részvétel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Segítségkérés és -adás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Profilkezelés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Adminisztrációs felület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9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A szavazás működése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Felhasználó indít egy szavazást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Megadja a témát, érvényességi időt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A rendszer biztosítja az anonimitást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Valós idejű eredmények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9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Segítségkérés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Bármely felhasználó jelezheti, ha segítségre van szüksége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Mások reagálhatnak rá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Moderálható rendszer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9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Felhasználói élmény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hu">
                <a:solidFill>
                  <a:schemeClr val="lt1"/>
                </a:solidFill>
              </a:rPr>
              <a:t>Letisztult, reszponzív felület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hu">
                <a:solidFill>
                  <a:schemeClr val="lt1"/>
                </a:solidFill>
              </a:rPr>
              <a:t>Könnyű navigáció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hu">
                <a:solidFill>
                  <a:schemeClr val="lt1"/>
                </a:solidFill>
              </a:rPr>
              <a:t>Egyszerű regisztráció és belépés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9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Adminisztrációs felület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Csak admin jogosultságú felhasználóknak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Felhasználók és szavazások kezelése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Segítségkérések moderálása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9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Telepítés és használat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Frontend: Webes kezelőfelület (React)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Admin: WPF alkalmazás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Backend: ASP.NET Web API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Adatbázis: MySQL (XAMPP)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9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Technológiai háttér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1" name="Google Shape;121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457200" lvl="0" indent="-341709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hu" sz="2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r>
              <a:rPr lang="hu" sz="28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React.js + Bootstrap + CSS +Javascript</a:t>
            </a:r>
            <a:endParaRPr sz="28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1709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hu" sz="2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r>
              <a:rPr lang="hu" sz="28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C# + ASP.NET</a:t>
            </a:r>
            <a:endParaRPr sz="28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1709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hu" sz="2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Adatbázis</a:t>
            </a:r>
            <a:r>
              <a:rPr lang="hu" sz="28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MySQL</a:t>
            </a:r>
            <a:endParaRPr sz="28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1709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hu" sz="2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Admin alkalmazás</a:t>
            </a:r>
            <a:r>
              <a:rPr lang="hu" sz="28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C# + XAML (WPF)</a:t>
            </a:r>
            <a:endParaRPr sz="28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1709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hu" sz="2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Kommunikáció: </a:t>
            </a:r>
            <a:r>
              <a:rPr lang="hu" sz="28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Discord, Trello</a:t>
            </a:r>
            <a:br>
              <a:rPr lang="hu" sz="2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9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Adatvédelem és biztonság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7" name="Google Shape;12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457200" lvl="0" indent="-341709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hu" sz="2850">
                <a:solidFill>
                  <a:schemeClr val="lt1"/>
                </a:solidFill>
              </a:rPr>
              <a:t>Token-alapú hitelesítés</a:t>
            </a:r>
            <a:br>
              <a:rPr lang="hu" sz="2850">
                <a:solidFill>
                  <a:schemeClr val="lt1"/>
                </a:solidFill>
              </a:rPr>
            </a:br>
            <a:endParaRPr sz="2850">
              <a:solidFill>
                <a:schemeClr val="lt1"/>
              </a:solidFill>
            </a:endParaRPr>
          </a:p>
          <a:p>
            <a:pPr marL="457200" lvl="0" indent="-34170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hu" sz="2850">
                <a:solidFill>
                  <a:schemeClr val="lt1"/>
                </a:solidFill>
              </a:rPr>
              <a:t>Jogosultságkezelés</a:t>
            </a:r>
            <a:br>
              <a:rPr lang="hu" sz="2850">
                <a:solidFill>
                  <a:schemeClr val="lt1"/>
                </a:solidFill>
              </a:rPr>
            </a:br>
            <a:endParaRPr sz="2850">
              <a:solidFill>
                <a:schemeClr val="lt1"/>
              </a:solidFill>
            </a:endParaRPr>
          </a:p>
          <a:p>
            <a:pPr marL="457200" lvl="0" indent="-34170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hu" sz="2850">
                <a:solidFill>
                  <a:schemeClr val="lt1"/>
                </a:solidFill>
              </a:rPr>
              <a:t>Anonim szavazás</a:t>
            </a:r>
            <a:br>
              <a:rPr lang="hu" sz="2850">
                <a:solidFill>
                  <a:schemeClr val="lt1"/>
                </a:solidFill>
              </a:rPr>
            </a:br>
            <a:endParaRPr sz="2850">
              <a:solidFill>
                <a:schemeClr val="lt1"/>
              </a:solidFill>
            </a:endParaRPr>
          </a:p>
          <a:p>
            <a:pPr marL="457200" lvl="0" indent="-34170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hu" sz="2850">
                <a:solidFill>
                  <a:schemeClr val="lt1"/>
                </a:solidFill>
              </a:rPr>
              <a:t>Adatok biztonságos kezelése</a:t>
            </a:r>
            <a:br>
              <a:rPr lang="hu" sz="2850">
                <a:solidFill>
                  <a:schemeClr val="lt1"/>
                </a:solidFill>
              </a:rPr>
            </a:br>
            <a:endParaRPr sz="285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9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Példa felhasználásra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3" name="Google Shape;133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Képzeljük el, hogy egy társasházban új kaputelefont szeretnének.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hu">
                <a:solidFill>
                  <a:schemeClr val="lt1"/>
                </a:solidFill>
              </a:rPr>
              <a:t>Az </a:t>
            </a:r>
            <a:r>
              <a:rPr lang="hu" b="1">
                <a:solidFill>
                  <a:schemeClr val="lt1"/>
                </a:solidFill>
              </a:rPr>
              <a:t>E-Panelen</a:t>
            </a:r>
            <a:r>
              <a:rPr lang="hu">
                <a:solidFill>
                  <a:schemeClr val="lt1"/>
                </a:solidFill>
              </a:rPr>
              <a:t> minden lakó szavazhat róla – egyszerűen, otthonról, gyorsan.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3113" y="2571750"/>
            <a:ext cx="2997767" cy="198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9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Eredmények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1" name="Google Shape;141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Teljesen működő webalkalmazás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Admin felület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Mobilbarát megjelenés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Felhasználóbarát rendszer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 amt="1000"/>
          </a:blip>
          <a:stretch>
            <a:fillRect/>
          </a:stretch>
        </p:blipFill>
        <p:spPr>
          <a:xfrm>
            <a:off x="692375" y="471250"/>
            <a:ext cx="1040525" cy="52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9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Tesztelés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8" name="Google Shape;148;p27"/>
          <p:cNvSpPr txBox="1">
            <a:spLocks noGrp="1"/>
          </p:cNvSpPr>
          <p:nvPr>
            <p:ph type="body" idx="1"/>
          </p:nvPr>
        </p:nvSpPr>
        <p:spPr>
          <a:xfrm>
            <a:off x="105750" y="12269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Előre regisztrált fiókok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Swagger segítségével backend tesztelés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XAMPP + MySQL a helyi szerveren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9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Mit tanultunk a projektből?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4" name="Google Shape;154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Csapatmunka fontossága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Verziókezelés (GitHub)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Backend integráció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Felhasználói szempontú fejlesztés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675" y="428625"/>
            <a:ext cx="42862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9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Fejlesztési lehetőségek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2" name="Google Shape;162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457200" lvl="0" indent="-344638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hu" sz="7309">
                <a:solidFill>
                  <a:schemeClr val="lt1"/>
                </a:solidFill>
              </a:rPr>
              <a:t>Profilkép feltöltés</a:t>
            </a:r>
            <a:br>
              <a:rPr lang="hu" sz="7309">
                <a:solidFill>
                  <a:schemeClr val="lt1"/>
                </a:solidFill>
              </a:rPr>
            </a:br>
            <a:endParaRPr sz="7309">
              <a:solidFill>
                <a:schemeClr val="lt1"/>
              </a:solidFill>
            </a:endParaRPr>
          </a:p>
          <a:p>
            <a:pPr marL="457200" lvl="0" indent="-34463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hu" sz="7309">
                <a:solidFill>
                  <a:schemeClr val="lt1"/>
                </a:solidFill>
              </a:rPr>
              <a:t>Képek segítségkéréshez</a:t>
            </a:r>
            <a:br>
              <a:rPr lang="hu" sz="7309">
                <a:solidFill>
                  <a:schemeClr val="lt1"/>
                </a:solidFill>
              </a:rPr>
            </a:br>
            <a:endParaRPr sz="7309">
              <a:solidFill>
                <a:schemeClr val="lt1"/>
              </a:solidFill>
            </a:endParaRPr>
          </a:p>
          <a:p>
            <a:pPr marL="457200" lvl="0" indent="-34463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hu" sz="7309">
                <a:solidFill>
                  <a:schemeClr val="lt1"/>
                </a:solidFill>
              </a:rPr>
              <a:t>Sötét mód</a:t>
            </a:r>
            <a:br>
              <a:rPr lang="hu" sz="7309">
                <a:solidFill>
                  <a:schemeClr val="lt1"/>
                </a:solidFill>
              </a:rPr>
            </a:br>
            <a:endParaRPr sz="7309">
              <a:solidFill>
                <a:schemeClr val="lt1"/>
              </a:solidFill>
            </a:endParaRPr>
          </a:p>
          <a:p>
            <a:pPr marL="457200" lvl="0" indent="-34463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hu" sz="7309">
                <a:solidFill>
                  <a:schemeClr val="lt1"/>
                </a:solidFill>
              </a:rPr>
              <a:t>Keresés funkció</a:t>
            </a:r>
            <a:br>
              <a:rPr lang="hu" sz="7309">
                <a:solidFill>
                  <a:schemeClr val="lt1"/>
                </a:solidFill>
              </a:rPr>
            </a:br>
            <a:endParaRPr sz="7309">
              <a:solidFill>
                <a:schemeClr val="lt1"/>
              </a:solidFill>
            </a:endParaRPr>
          </a:p>
          <a:p>
            <a:pPr marL="457200" lvl="0" indent="-34756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2525"/>
              <a:buFont typeface="Arial"/>
              <a:buChar char="●"/>
            </a:pPr>
            <a:r>
              <a:rPr lang="hu" sz="7309">
                <a:solidFill>
                  <a:schemeClr val="lt1"/>
                </a:solidFill>
              </a:rPr>
              <a:t>Saját szavazások módosítása</a:t>
            </a:r>
            <a:br>
              <a:rPr lang="hu" sz="4294">
                <a:solidFill>
                  <a:schemeClr val="lt1"/>
                </a:solidFill>
              </a:rPr>
            </a:br>
            <a:endParaRPr sz="72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9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Források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8" name="Google Shape;168;p30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48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30"/>
              <a:buChar char="●"/>
            </a:pPr>
            <a:r>
              <a:rPr lang="hu" sz="1829">
                <a:solidFill>
                  <a:schemeClr val="lt1"/>
                </a:solidFill>
              </a:rPr>
              <a:t>W3Schools</a:t>
            </a:r>
            <a:br>
              <a:rPr lang="hu" sz="1829">
                <a:solidFill>
                  <a:schemeClr val="lt1"/>
                </a:solidFill>
              </a:rPr>
            </a:br>
            <a:endParaRPr sz="1829">
              <a:solidFill>
                <a:schemeClr val="lt1"/>
              </a:solidFill>
            </a:endParaRPr>
          </a:p>
          <a:p>
            <a:pPr marL="457200" lvl="0" indent="-3448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30"/>
              <a:buChar char="●"/>
            </a:pPr>
            <a:r>
              <a:rPr lang="hu" sz="1829">
                <a:solidFill>
                  <a:schemeClr val="lt1"/>
                </a:solidFill>
              </a:rPr>
              <a:t>Stack Overflow</a:t>
            </a:r>
            <a:br>
              <a:rPr lang="hu" sz="1829">
                <a:solidFill>
                  <a:schemeClr val="lt1"/>
                </a:solidFill>
              </a:rPr>
            </a:br>
            <a:endParaRPr sz="1829">
              <a:solidFill>
                <a:schemeClr val="lt1"/>
              </a:solidFill>
            </a:endParaRPr>
          </a:p>
          <a:p>
            <a:pPr marL="457200" lvl="0" indent="-3448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30"/>
              <a:buChar char="●"/>
            </a:pPr>
            <a:r>
              <a:rPr lang="hu" sz="1829">
                <a:solidFill>
                  <a:schemeClr val="lt1"/>
                </a:solidFill>
              </a:rPr>
              <a:t>React.dev</a:t>
            </a:r>
            <a:br>
              <a:rPr lang="hu" sz="1829">
                <a:solidFill>
                  <a:schemeClr val="lt1"/>
                </a:solidFill>
              </a:rPr>
            </a:br>
            <a:endParaRPr sz="1829">
              <a:solidFill>
                <a:schemeClr val="lt1"/>
              </a:solidFill>
            </a:endParaRPr>
          </a:p>
          <a:p>
            <a:pPr marL="457200" lvl="0" indent="-3448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30"/>
              <a:buChar char="●"/>
            </a:pPr>
            <a:r>
              <a:rPr lang="hu" sz="1829">
                <a:solidFill>
                  <a:schemeClr val="lt1"/>
                </a:solidFill>
              </a:rPr>
              <a:t>Bootstrap</a:t>
            </a:r>
            <a:br>
              <a:rPr lang="hu" sz="1829">
                <a:solidFill>
                  <a:schemeClr val="lt1"/>
                </a:solidFill>
              </a:rPr>
            </a:br>
            <a:endParaRPr sz="1829">
              <a:solidFill>
                <a:schemeClr val="lt1"/>
              </a:solidFill>
            </a:endParaRPr>
          </a:p>
          <a:p>
            <a:pPr marL="457200" lvl="0" indent="-3448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30"/>
              <a:buChar char="●"/>
            </a:pPr>
            <a:r>
              <a:rPr lang="hu" sz="1829">
                <a:solidFill>
                  <a:schemeClr val="lt1"/>
                </a:solidFill>
              </a:rPr>
              <a:t>Wikipédia</a:t>
            </a:r>
            <a:endParaRPr sz="1829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530">
              <a:solidFill>
                <a:schemeClr val="lt1"/>
              </a:solidFill>
            </a:endParaRPr>
          </a:p>
        </p:txBody>
      </p:sp>
      <p:pic>
        <p:nvPicPr>
          <p:cNvPr id="169" name="Google Shape;16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9527" y="613827"/>
            <a:ext cx="2625375" cy="174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2023" y="2571736"/>
            <a:ext cx="2476050" cy="137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7552" y="3010589"/>
            <a:ext cx="1684550" cy="1942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72622" y="2416360"/>
            <a:ext cx="1684550" cy="16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82175" y="445034"/>
            <a:ext cx="1789825" cy="1684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9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>
            <a:spLocks noGrp="1"/>
          </p:cNvSpPr>
          <p:nvPr>
            <p:ph type="title"/>
          </p:nvPr>
        </p:nvSpPr>
        <p:spPr>
          <a:xfrm>
            <a:off x="257900" y="15354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Köszönjük a segítséget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9" name="Google Shape;179;p31"/>
          <p:cNvSpPr txBox="1">
            <a:spLocks noGrp="1"/>
          </p:cNvSpPr>
          <p:nvPr>
            <p:ph type="body" idx="2"/>
          </p:nvPr>
        </p:nvSpPr>
        <p:spPr>
          <a:xfrm>
            <a:off x="4572000" y="442675"/>
            <a:ext cx="43557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Kasza László Róbert tanár úrnak</a:t>
            </a:r>
            <a:br>
              <a:rPr lang="hu"/>
            </a:b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Osztálytársainknak</a:t>
            </a:r>
            <a:br>
              <a:rPr lang="hu"/>
            </a:b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Tesztelőknek és visszajelzőknek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9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Köszönjük a megtisztelő figyelmet!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Diavetítés a képernyőre (16:9 oldalarány)</PresentationFormat>
  <Slides>20</Slides>
  <Notes>20</Notes>
  <HiddenSlides>0</HiddenSlide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20</vt:i4>
      </vt:variant>
    </vt:vector>
  </HeadingPairs>
  <TitlesOfParts>
    <vt:vector size="21" baseType="lpstr">
      <vt:lpstr>Spearmint</vt:lpstr>
      <vt:lpstr>E-Panel Online segítségkérés és szavazás egy közösségben</vt:lpstr>
      <vt:lpstr>Mi az E-Panel?</vt:lpstr>
      <vt:lpstr>Miért hoztuk létre?</vt:lpstr>
      <vt:lpstr>Kiknek szól?</vt:lpstr>
      <vt:lpstr>Fő funkciók</vt:lpstr>
      <vt:lpstr>A szavazás működése</vt:lpstr>
      <vt:lpstr>Segítségkérés</vt:lpstr>
      <vt:lpstr>Felhasználói élmény</vt:lpstr>
      <vt:lpstr>Adminisztrációs felület</vt:lpstr>
      <vt:lpstr>Telepítés és használat</vt:lpstr>
      <vt:lpstr>Technológiai háttér</vt:lpstr>
      <vt:lpstr>Adatvédelem és biztonság</vt:lpstr>
      <vt:lpstr>Példa felhasználásra</vt:lpstr>
      <vt:lpstr>Eredmények</vt:lpstr>
      <vt:lpstr>Tesztelés</vt:lpstr>
      <vt:lpstr>Mit tanultunk a projektből?</vt:lpstr>
      <vt:lpstr>Fejlesztési lehetőségek</vt:lpstr>
      <vt:lpstr>Források</vt:lpstr>
      <vt:lpstr>Köszönjük a segítséget</vt:lpstr>
      <vt:lpstr>Köszönjük a megtisztelő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E-Panel Online segítségkérés és szavazás egy közösségben</dc:title>
  <cp:lastModifiedBy>sidomi05@gmail.com</cp:lastModifiedBy>
  <cp:revision>2</cp:revision>
  <dcterms:modified xsi:type="dcterms:W3CDTF">2025-05-23T06:01:52Z</dcterms:modified>
</cp:coreProperties>
</file>