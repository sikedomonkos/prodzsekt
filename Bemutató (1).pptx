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rtl="0">
      <a:defRPr lang="hu-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0D369-C859-0491-8550-137935FACC2C}" v="1096" dt="2024-11-28T19:02:10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5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94E870-5644-4B70-9A34-A1ED3468C0F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86D937-4808-48EF-BF0A-EEB487E897A3}">
      <dgm:prSet/>
      <dgm:spPr/>
      <dgm:t>
        <a:bodyPr/>
        <a:lstStyle/>
        <a:p>
          <a:r>
            <a:rPr lang="hu-HU"/>
            <a:t>Discord</a:t>
          </a:r>
          <a:endParaRPr lang="en-US"/>
        </a:p>
      </dgm:t>
    </dgm:pt>
    <dgm:pt modelId="{09F48A49-E4CC-42FC-ADDA-4A9E7DDEC182}" type="parTrans" cxnId="{41C8FB9F-118C-4344-8395-A3E825F36B9C}">
      <dgm:prSet/>
      <dgm:spPr/>
      <dgm:t>
        <a:bodyPr/>
        <a:lstStyle/>
        <a:p>
          <a:endParaRPr lang="en-US"/>
        </a:p>
      </dgm:t>
    </dgm:pt>
    <dgm:pt modelId="{6FED6857-0840-4282-9732-C7299F59A6BF}" type="sibTrans" cxnId="{41C8FB9F-118C-4344-8395-A3E825F36B9C}">
      <dgm:prSet/>
      <dgm:spPr/>
      <dgm:t>
        <a:bodyPr/>
        <a:lstStyle/>
        <a:p>
          <a:endParaRPr lang="en-US"/>
        </a:p>
      </dgm:t>
    </dgm:pt>
    <dgm:pt modelId="{82A5B2D8-BA44-48BE-95A6-C7D8A265EF2F}">
      <dgm:prSet/>
      <dgm:spPr/>
      <dgm:t>
        <a:bodyPr/>
        <a:lstStyle/>
        <a:p>
          <a:r>
            <a:rPr lang="hu-HU"/>
            <a:t>Facebook</a:t>
          </a:r>
          <a:endParaRPr lang="en-US"/>
        </a:p>
      </dgm:t>
    </dgm:pt>
    <dgm:pt modelId="{8A02E1A6-B488-4853-90CD-6637DEDC3A5A}" type="parTrans" cxnId="{E33EA150-9E67-4AFE-8223-C369D22083EA}">
      <dgm:prSet/>
      <dgm:spPr/>
      <dgm:t>
        <a:bodyPr/>
        <a:lstStyle/>
        <a:p>
          <a:endParaRPr lang="en-US"/>
        </a:p>
      </dgm:t>
    </dgm:pt>
    <dgm:pt modelId="{846F4055-4810-4C8D-AEDA-713FE289C4BA}" type="sibTrans" cxnId="{E33EA150-9E67-4AFE-8223-C369D22083EA}">
      <dgm:prSet/>
      <dgm:spPr/>
      <dgm:t>
        <a:bodyPr/>
        <a:lstStyle/>
        <a:p>
          <a:endParaRPr lang="en-US"/>
        </a:p>
      </dgm:t>
    </dgm:pt>
    <dgm:pt modelId="{4A0B025E-C451-4EAB-9651-530C2898F0D5}">
      <dgm:prSet/>
      <dgm:spPr/>
      <dgm:t>
        <a:bodyPr/>
        <a:lstStyle/>
        <a:p>
          <a:r>
            <a:rPr lang="hu-HU"/>
            <a:t>Trello</a:t>
          </a:r>
          <a:endParaRPr lang="en-US"/>
        </a:p>
      </dgm:t>
    </dgm:pt>
    <dgm:pt modelId="{7F57975F-C20E-4719-B55E-506F04DF3C48}" type="parTrans" cxnId="{70B96849-B256-4CE5-8426-1B96B523551B}">
      <dgm:prSet/>
      <dgm:spPr/>
      <dgm:t>
        <a:bodyPr/>
        <a:lstStyle/>
        <a:p>
          <a:endParaRPr lang="en-US"/>
        </a:p>
      </dgm:t>
    </dgm:pt>
    <dgm:pt modelId="{E9376BDE-0A35-4B8F-AF00-DA593CA443DA}" type="sibTrans" cxnId="{70B96849-B256-4CE5-8426-1B96B523551B}">
      <dgm:prSet/>
      <dgm:spPr/>
      <dgm:t>
        <a:bodyPr/>
        <a:lstStyle/>
        <a:p>
          <a:endParaRPr lang="en-US"/>
        </a:p>
      </dgm:t>
    </dgm:pt>
    <dgm:pt modelId="{1A921D19-E59A-4CA1-B53E-29BA56221C29}">
      <dgm:prSet/>
      <dgm:spPr/>
      <dgm:t>
        <a:bodyPr/>
        <a:lstStyle/>
        <a:p>
          <a:r>
            <a:rPr lang="hu-HU"/>
            <a:t>Github</a:t>
          </a:r>
          <a:endParaRPr lang="en-US"/>
        </a:p>
      </dgm:t>
    </dgm:pt>
    <dgm:pt modelId="{1D8E5736-0288-4F0F-A8D1-95FE24E07CCD}" type="parTrans" cxnId="{65BE6393-4A8F-4417-903E-FF9B71F9A895}">
      <dgm:prSet/>
      <dgm:spPr/>
      <dgm:t>
        <a:bodyPr/>
        <a:lstStyle/>
        <a:p>
          <a:endParaRPr lang="en-US"/>
        </a:p>
      </dgm:t>
    </dgm:pt>
    <dgm:pt modelId="{FD6CF15C-12FB-45B5-B2A4-184810F9A03D}" type="sibTrans" cxnId="{65BE6393-4A8F-4417-903E-FF9B71F9A895}">
      <dgm:prSet/>
      <dgm:spPr/>
      <dgm:t>
        <a:bodyPr/>
        <a:lstStyle/>
        <a:p>
          <a:endParaRPr lang="en-US"/>
        </a:p>
      </dgm:t>
    </dgm:pt>
    <dgm:pt modelId="{1FB54162-0D64-4958-873D-0DD3CEBAC128}" type="pres">
      <dgm:prSet presAssocID="{2194E870-5644-4B70-9A34-A1ED3468C0FE}" presName="matrix" presStyleCnt="0">
        <dgm:presLayoutVars>
          <dgm:chMax val="1"/>
          <dgm:dir/>
          <dgm:resizeHandles val="exact"/>
        </dgm:presLayoutVars>
      </dgm:prSet>
      <dgm:spPr/>
    </dgm:pt>
    <dgm:pt modelId="{B9ED19EB-0A23-42BC-9993-B99007C2041E}" type="pres">
      <dgm:prSet presAssocID="{2194E870-5644-4B70-9A34-A1ED3468C0FE}" presName="diamond" presStyleLbl="bgShp" presStyleIdx="0" presStyleCnt="1"/>
      <dgm:spPr/>
    </dgm:pt>
    <dgm:pt modelId="{04D42D03-6C63-46D8-9934-844C4D67C38D}" type="pres">
      <dgm:prSet presAssocID="{2194E870-5644-4B70-9A34-A1ED3468C0F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DCB74C9-FBCC-4A29-AFCB-25BF5FE51841}" type="pres">
      <dgm:prSet presAssocID="{2194E870-5644-4B70-9A34-A1ED3468C0F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A564D99-37D9-4A9B-8B3B-FCE76BAD288E}" type="pres">
      <dgm:prSet presAssocID="{2194E870-5644-4B70-9A34-A1ED3468C0F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402BED9-E3F1-4B5C-A60A-785FEAD07890}" type="pres">
      <dgm:prSet presAssocID="{2194E870-5644-4B70-9A34-A1ED3468C0F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9ABBA3B-E9D8-4E17-A43E-BB4C1C1B0BDB}" type="presOf" srcId="{82A5B2D8-BA44-48BE-95A6-C7D8A265EF2F}" destId="{6DCB74C9-FBCC-4A29-AFCB-25BF5FE51841}" srcOrd="0" destOrd="0" presId="urn:microsoft.com/office/officeart/2005/8/layout/matrix3"/>
    <dgm:cxn modelId="{70B96849-B256-4CE5-8426-1B96B523551B}" srcId="{2194E870-5644-4B70-9A34-A1ED3468C0FE}" destId="{4A0B025E-C451-4EAB-9651-530C2898F0D5}" srcOrd="2" destOrd="0" parTransId="{7F57975F-C20E-4719-B55E-506F04DF3C48}" sibTransId="{E9376BDE-0A35-4B8F-AF00-DA593CA443DA}"/>
    <dgm:cxn modelId="{E33EA150-9E67-4AFE-8223-C369D22083EA}" srcId="{2194E870-5644-4B70-9A34-A1ED3468C0FE}" destId="{82A5B2D8-BA44-48BE-95A6-C7D8A265EF2F}" srcOrd="1" destOrd="0" parTransId="{8A02E1A6-B488-4853-90CD-6637DEDC3A5A}" sibTransId="{846F4055-4810-4C8D-AEDA-713FE289C4BA}"/>
    <dgm:cxn modelId="{5AD28481-E724-4CA2-AAC8-D7C39041107D}" type="presOf" srcId="{4A0B025E-C451-4EAB-9651-530C2898F0D5}" destId="{5A564D99-37D9-4A9B-8B3B-FCE76BAD288E}" srcOrd="0" destOrd="0" presId="urn:microsoft.com/office/officeart/2005/8/layout/matrix3"/>
    <dgm:cxn modelId="{DDA3F588-1F31-4180-9451-4357A5C5B37E}" type="presOf" srcId="{2194E870-5644-4B70-9A34-A1ED3468C0FE}" destId="{1FB54162-0D64-4958-873D-0DD3CEBAC128}" srcOrd="0" destOrd="0" presId="urn:microsoft.com/office/officeart/2005/8/layout/matrix3"/>
    <dgm:cxn modelId="{65BE6393-4A8F-4417-903E-FF9B71F9A895}" srcId="{2194E870-5644-4B70-9A34-A1ED3468C0FE}" destId="{1A921D19-E59A-4CA1-B53E-29BA56221C29}" srcOrd="3" destOrd="0" parTransId="{1D8E5736-0288-4F0F-A8D1-95FE24E07CCD}" sibTransId="{FD6CF15C-12FB-45B5-B2A4-184810F9A03D}"/>
    <dgm:cxn modelId="{41C8FB9F-118C-4344-8395-A3E825F36B9C}" srcId="{2194E870-5644-4B70-9A34-A1ED3468C0FE}" destId="{D086D937-4808-48EF-BF0A-EEB487E897A3}" srcOrd="0" destOrd="0" parTransId="{09F48A49-E4CC-42FC-ADDA-4A9E7DDEC182}" sibTransId="{6FED6857-0840-4282-9732-C7299F59A6BF}"/>
    <dgm:cxn modelId="{D4591FA4-5BF0-4E58-AE99-A6F4FDBFE647}" type="presOf" srcId="{D086D937-4808-48EF-BF0A-EEB487E897A3}" destId="{04D42D03-6C63-46D8-9934-844C4D67C38D}" srcOrd="0" destOrd="0" presId="urn:microsoft.com/office/officeart/2005/8/layout/matrix3"/>
    <dgm:cxn modelId="{AE9A29C2-8E6A-4B00-ADBA-A4989F43E273}" type="presOf" srcId="{1A921D19-E59A-4CA1-B53E-29BA56221C29}" destId="{9402BED9-E3F1-4B5C-A60A-785FEAD07890}" srcOrd="0" destOrd="0" presId="urn:microsoft.com/office/officeart/2005/8/layout/matrix3"/>
    <dgm:cxn modelId="{B125D577-5DC0-44B8-B6C8-B26149DC56F6}" type="presParOf" srcId="{1FB54162-0D64-4958-873D-0DD3CEBAC128}" destId="{B9ED19EB-0A23-42BC-9993-B99007C2041E}" srcOrd="0" destOrd="0" presId="urn:microsoft.com/office/officeart/2005/8/layout/matrix3"/>
    <dgm:cxn modelId="{83EAF8BE-264A-461A-B566-E7B4AB57F500}" type="presParOf" srcId="{1FB54162-0D64-4958-873D-0DD3CEBAC128}" destId="{04D42D03-6C63-46D8-9934-844C4D67C38D}" srcOrd="1" destOrd="0" presId="urn:microsoft.com/office/officeart/2005/8/layout/matrix3"/>
    <dgm:cxn modelId="{9197DF82-55D8-4463-91B1-CB786F0D8F80}" type="presParOf" srcId="{1FB54162-0D64-4958-873D-0DD3CEBAC128}" destId="{6DCB74C9-FBCC-4A29-AFCB-25BF5FE51841}" srcOrd="2" destOrd="0" presId="urn:microsoft.com/office/officeart/2005/8/layout/matrix3"/>
    <dgm:cxn modelId="{37FB9341-AE4B-441F-82F9-B84DC26327BD}" type="presParOf" srcId="{1FB54162-0D64-4958-873D-0DD3CEBAC128}" destId="{5A564D99-37D9-4A9B-8B3B-FCE76BAD288E}" srcOrd="3" destOrd="0" presId="urn:microsoft.com/office/officeart/2005/8/layout/matrix3"/>
    <dgm:cxn modelId="{A81002BC-8903-4A88-AD06-9FD977EDAD8E}" type="presParOf" srcId="{1FB54162-0D64-4958-873D-0DD3CEBAC128}" destId="{9402BED9-E3F1-4B5C-A60A-785FEAD0789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DABA62-0567-4032-8822-8F7C8C1D87FF}" type="doc">
      <dgm:prSet loTypeId="urn:microsoft.com/office/officeart/2008/layout/LinedList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DF8532E-4195-4F43-BA60-02E57F979153}">
      <dgm:prSet/>
      <dgm:spPr/>
      <dgm:t>
        <a:bodyPr/>
        <a:lstStyle/>
        <a:p>
          <a:r>
            <a:rPr lang="en-US"/>
            <a:t>Bérházakba lakó emberek számára kedvező szoftver létrehozása</a:t>
          </a:r>
        </a:p>
      </dgm:t>
    </dgm:pt>
    <dgm:pt modelId="{E14A8120-D52C-40D5-AB67-104C4F0B8F47}" type="parTrans" cxnId="{D14DB9BB-723D-4F1F-A1A3-92CDB7409A0B}">
      <dgm:prSet/>
      <dgm:spPr/>
      <dgm:t>
        <a:bodyPr/>
        <a:lstStyle/>
        <a:p>
          <a:endParaRPr lang="en-US"/>
        </a:p>
      </dgm:t>
    </dgm:pt>
    <dgm:pt modelId="{B4304864-D922-4BC5-9C56-70C88794B506}" type="sibTrans" cxnId="{D14DB9BB-723D-4F1F-A1A3-92CDB7409A0B}">
      <dgm:prSet/>
      <dgm:spPr/>
      <dgm:t>
        <a:bodyPr/>
        <a:lstStyle/>
        <a:p>
          <a:endParaRPr lang="en-US"/>
        </a:p>
      </dgm:t>
    </dgm:pt>
    <dgm:pt modelId="{6F951B90-57AD-4E90-9F40-5CD9BA63A665}">
      <dgm:prSet/>
      <dgm:spPr/>
      <dgm:t>
        <a:bodyPr/>
        <a:lstStyle/>
        <a:p>
          <a:r>
            <a:rPr lang="en-US"/>
            <a:t>Egy könnyen kezelhető letisztult szoftver</a:t>
          </a:r>
        </a:p>
      </dgm:t>
    </dgm:pt>
    <dgm:pt modelId="{63CDD801-1E92-444D-BEDD-03E05AEDCDC7}" type="parTrans" cxnId="{A65431D8-A7ED-450E-A374-52D834695A0C}">
      <dgm:prSet/>
      <dgm:spPr/>
      <dgm:t>
        <a:bodyPr/>
        <a:lstStyle/>
        <a:p>
          <a:endParaRPr lang="en-US"/>
        </a:p>
      </dgm:t>
    </dgm:pt>
    <dgm:pt modelId="{D651FAFF-EA60-4F96-964C-17E87204FAA0}" type="sibTrans" cxnId="{A65431D8-A7ED-450E-A374-52D834695A0C}">
      <dgm:prSet/>
      <dgm:spPr/>
      <dgm:t>
        <a:bodyPr/>
        <a:lstStyle/>
        <a:p>
          <a:endParaRPr lang="en-US"/>
        </a:p>
      </dgm:t>
    </dgm:pt>
    <dgm:pt modelId="{DA138B6F-FC65-4CA4-9EFE-A9F8F5F25155}">
      <dgm:prSet/>
      <dgm:spPr/>
      <dgm:t>
        <a:bodyPr/>
        <a:lstStyle/>
        <a:p>
          <a:r>
            <a:rPr lang="en-US"/>
            <a:t>Segítségkérő rendszer/Szavazó rendszer</a:t>
          </a:r>
        </a:p>
      </dgm:t>
    </dgm:pt>
    <dgm:pt modelId="{A603176D-D5B4-46DC-B936-9BB851D79CB5}" type="parTrans" cxnId="{8059755F-CA3E-4AA6-87E8-AA4927EFF930}">
      <dgm:prSet/>
      <dgm:spPr/>
      <dgm:t>
        <a:bodyPr/>
        <a:lstStyle/>
        <a:p>
          <a:endParaRPr lang="en-US"/>
        </a:p>
      </dgm:t>
    </dgm:pt>
    <dgm:pt modelId="{1AB87B1D-EEBD-4C18-8BFF-02D318AB7BB7}" type="sibTrans" cxnId="{8059755F-CA3E-4AA6-87E8-AA4927EFF930}">
      <dgm:prSet/>
      <dgm:spPr/>
      <dgm:t>
        <a:bodyPr/>
        <a:lstStyle/>
        <a:p>
          <a:endParaRPr lang="en-US"/>
        </a:p>
      </dgm:t>
    </dgm:pt>
    <dgm:pt modelId="{7BEB69CA-E48D-4B68-B0BA-89B8EC37315A}">
      <dgm:prSet/>
      <dgm:spPr/>
      <dgm:t>
        <a:bodyPr/>
        <a:lstStyle/>
        <a:p>
          <a:r>
            <a:rPr lang="en-US"/>
            <a:t>Admin felület</a:t>
          </a:r>
        </a:p>
      </dgm:t>
    </dgm:pt>
    <dgm:pt modelId="{467DB3C4-69EE-45C7-963B-3D41407CBED6}" type="parTrans" cxnId="{42C4DC8A-C311-46BF-83BC-99AF3F812140}">
      <dgm:prSet/>
      <dgm:spPr/>
      <dgm:t>
        <a:bodyPr/>
        <a:lstStyle/>
        <a:p>
          <a:endParaRPr lang="en-US"/>
        </a:p>
      </dgm:t>
    </dgm:pt>
    <dgm:pt modelId="{0AD40B05-A9AE-415F-BFFA-9A14AC4761BD}" type="sibTrans" cxnId="{42C4DC8A-C311-46BF-83BC-99AF3F812140}">
      <dgm:prSet/>
      <dgm:spPr/>
      <dgm:t>
        <a:bodyPr/>
        <a:lstStyle/>
        <a:p>
          <a:endParaRPr lang="en-US"/>
        </a:p>
      </dgm:t>
    </dgm:pt>
    <dgm:pt modelId="{CE90F408-4E4B-47B9-8D54-409C4927AC5B}" type="pres">
      <dgm:prSet presAssocID="{D9DABA62-0567-4032-8822-8F7C8C1D87FF}" presName="vert0" presStyleCnt="0">
        <dgm:presLayoutVars>
          <dgm:dir/>
          <dgm:animOne val="branch"/>
          <dgm:animLvl val="lvl"/>
        </dgm:presLayoutVars>
      </dgm:prSet>
      <dgm:spPr/>
    </dgm:pt>
    <dgm:pt modelId="{D2F4775D-C719-4DB4-92D2-63BB1AAB78D9}" type="pres">
      <dgm:prSet presAssocID="{6DF8532E-4195-4F43-BA60-02E57F979153}" presName="thickLine" presStyleLbl="alignNode1" presStyleIdx="0" presStyleCnt="4"/>
      <dgm:spPr/>
    </dgm:pt>
    <dgm:pt modelId="{E409411E-F85E-4556-BED7-930169460778}" type="pres">
      <dgm:prSet presAssocID="{6DF8532E-4195-4F43-BA60-02E57F979153}" presName="horz1" presStyleCnt="0"/>
      <dgm:spPr/>
    </dgm:pt>
    <dgm:pt modelId="{BEF55B08-1E23-40DC-91D1-15205DB59901}" type="pres">
      <dgm:prSet presAssocID="{6DF8532E-4195-4F43-BA60-02E57F979153}" presName="tx1" presStyleLbl="revTx" presStyleIdx="0" presStyleCnt="4"/>
      <dgm:spPr/>
    </dgm:pt>
    <dgm:pt modelId="{6A01D77F-1A27-48CD-B502-1F754A899E85}" type="pres">
      <dgm:prSet presAssocID="{6DF8532E-4195-4F43-BA60-02E57F979153}" presName="vert1" presStyleCnt="0"/>
      <dgm:spPr/>
    </dgm:pt>
    <dgm:pt modelId="{2A11C0B8-A4BA-4608-9AC1-4DD63C051EB4}" type="pres">
      <dgm:prSet presAssocID="{6F951B90-57AD-4E90-9F40-5CD9BA63A665}" presName="thickLine" presStyleLbl="alignNode1" presStyleIdx="1" presStyleCnt="4"/>
      <dgm:spPr/>
    </dgm:pt>
    <dgm:pt modelId="{ED8A8095-6579-440B-AE4B-33D1D453D969}" type="pres">
      <dgm:prSet presAssocID="{6F951B90-57AD-4E90-9F40-5CD9BA63A665}" presName="horz1" presStyleCnt="0"/>
      <dgm:spPr/>
    </dgm:pt>
    <dgm:pt modelId="{E837B4BA-F14F-409F-9DB2-61AE0A6C1614}" type="pres">
      <dgm:prSet presAssocID="{6F951B90-57AD-4E90-9F40-5CD9BA63A665}" presName="tx1" presStyleLbl="revTx" presStyleIdx="1" presStyleCnt="4"/>
      <dgm:spPr/>
    </dgm:pt>
    <dgm:pt modelId="{B8D48762-F717-436D-9A9F-25BF47503816}" type="pres">
      <dgm:prSet presAssocID="{6F951B90-57AD-4E90-9F40-5CD9BA63A665}" presName="vert1" presStyleCnt="0"/>
      <dgm:spPr/>
    </dgm:pt>
    <dgm:pt modelId="{D7E9B480-7644-4D53-B917-72DE668FEDF1}" type="pres">
      <dgm:prSet presAssocID="{DA138B6F-FC65-4CA4-9EFE-A9F8F5F25155}" presName="thickLine" presStyleLbl="alignNode1" presStyleIdx="2" presStyleCnt="4"/>
      <dgm:spPr/>
    </dgm:pt>
    <dgm:pt modelId="{35CECC5A-DA6D-486A-BA14-60457FF87181}" type="pres">
      <dgm:prSet presAssocID="{DA138B6F-FC65-4CA4-9EFE-A9F8F5F25155}" presName="horz1" presStyleCnt="0"/>
      <dgm:spPr/>
    </dgm:pt>
    <dgm:pt modelId="{F95A2742-7E62-4F92-B4AF-303B78A88F6A}" type="pres">
      <dgm:prSet presAssocID="{DA138B6F-FC65-4CA4-9EFE-A9F8F5F25155}" presName="tx1" presStyleLbl="revTx" presStyleIdx="2" presStyleCnt="4"/>
      <dgm:spPr/>
    </dgm:pt>
    <dgm:pt modelId="{DCBCE208-B6F9-49B7-84B2-5B4680C372C0}" type="pres">
      <dgm:prSet presAssocID="{DA138B6F-FC65-4CA4-9EFE-A9F8F5F25155}" presName="vert1" presStyleCnt="0"/>
      <dgm:spPr/>
    </dgm:pt>
    <dgm:pt modelId="{B673F76A-F2F1-4D52-938D-BFC3A22C34E6}" type="pres">
      <dgm:prSet presAssocID="{7BEB69CA-E48D-4B68-B0BA-89B8EC37315A}" presName="thickLine" presStyleLbl="alignNode1" presStyleIdx="3" presStyleCnt="4"/>
      <dgm:spPr/>
    </dgm:pt>
    <dgm:pt modelId="{BBE34349-4461-46B3-8FC1-D72AC3090989}" type="pres">
      <dgm:prSet presAssocID="{7BEB69CA-E48D-4B68-B0BA-89B8EC37315A}" presName="horz1" presStyleCnt="0"/>
      <dgm:spPr/>
    </dgm:pt>
    <dgm:pt modelId="{F7409D95-6AD8-4E24-8318-10F7AB88026F}" type="pres">
      <dgm:prSet presAssocID="{7BEB69CA-E48D-4B68-B0BA-89B8EC37315A}" presName="tx1" presStyleLbl="revTx" presStyleIdx="3" presStyleCnt="4"/>
      <dgm:spPr/>
    </dgm:pt>
    <dgm:pt modelId="{4886FD0C-1FF7-47A3-B586-6874B0BF3C10}" type="pres">
      <dgm:prSet presAssocID="{7BEB69CA-E48D-4B68-B0BA-89B8EC37315A}" presName="vert1" presStyleCnt="0"/>
      <dgm:spPr/>
    </dgm:pt>
  </dgm:ptLst>
  <dgm:cxnLst>
    <dgm:cxn modelId="{8059755F-CA3E-4AA6-87E8-AA4927EFF930}" srcId="{D9DABA62-0567-4032-8822-8F7C8C1D87FF}" destId="{DA138B6F-FC65-4CA4-9EFE-A9F8F5F25155}" srcOrd="2" destOrd="0" parTransId="{A603176D-D5B4-46DC-B936-9BB851D79CB5}" sibTransId="{1AB87B1D-EEBD-4C18-8BFF-02D318AB7BB7}"/>
    <dgm:cxn modelId="{92D3FA77-4663-4D31-A927-CC5A98385E82}" type="presOf" srcId="{6DF8532E-4195-4F43-BA60-02E57F979153}" destId="{BEF55B08-1E23-40DC-91D1-15205DB59901}" srcOrd="0" destOrd="0" presId="urn:microsoft.com/office/officeart/2008/layout/LinedList"/>
    <dgm:cxn modelId="{42C4DC8A-C311-46BF-83BC-99AF3F812140}" srcId="{D9DABA62-0567-4032-8822-8F7C8C1D87FF}" destId="{7BEB69CA-E48D-4B68-B0BA-89B8EC37315A}" srcOrd="3" destOrd="0" parTransId="{467DB3C4-69EE-45C7-963B-3D41407CBED6}" sibTransId="{0AD40B05-A9AE-415F-BFFA-9A14AC4761BD}"/>
    <dgm:cxn modelId="{AFEF3F9E-9AC2-4D96-A560-8516CB456BCF}" type="presOf" srcId="{D9DABA62-0567-4032-8822-8F7C8C1D87FF}" destId="{CE90F408-4E4B-47B9-8D54-409C4927AC5B}" srcOrd="0" destOrd="0" presId="urn:microsoft.com/office/officeart/2008/layout/LinedList"/>
    <dgm:cxn modelId="{533C7CA6-70CB-417E-B349-A2FFE1EAA701}" type="presOf" srcId="{DA138B6F-FC65-4CA4-9EFE-A9F8F5F25155}" destId="{F95A2742-7E62-4F92-B4AF-303B78A88F6A}" srcOrd="0" destOrd="0" presId="urn:microsoft.com/office/officeart/2008/layout/LinedList"/>
    <dgm:cxn modelId="{D14DB9BB-723D-4F1F-A1A3-92CDB7409A0B}" srcId="{D9DABA62-0567-4032-8822-8F7C8C1D87FF}" destId="{6DF8532E-4195-4F43-BA60-02E57F979153}" srcOrd="0" destOrd="0" parTransId="{E14A8120-D52C-40D5-AB67-104C4F0B8F47}" sibTransId="{B4304864-D922-4BC5-9C56-70C88794B506}"/>
    <dgm:cxn modelId="{A65431D8-A7ED-450E-A374-52D834695A0C}" srcId="{D9DABA62-0567-4032-8822-8F7C8C1D87FF}" destId="{6F951B90-57AD-4E90-9F40-5CD9BA63A665}" srcOrd="1" destOrd="0" parTransId="{63CDD801-1E92-444D-BEDD-03E05AEDCDC7}" sibTransId="{D651FAFF-EA60-4F96-964C-17E87204FAA0}"/>
    <dgm:cxn modelId="{A7F533FA-523C-4E8F-9C7B-B7C4219F969B}" type="presOf" srcId="{6F951B90-57AD-4E90-9F40-5CD9BA63A665}" destId="{E837B4BA-F14F-409F-9DB2-61AE0A6C1614}" srcOrd="0" destOrd="0" presId="urn:microsoft.com/office/officeart/2008/layout/LinedList"/>
    <dgm:cxn modelId="{C9D2DDFF-8587-4CDF-8CDB-B8DBF224BF28}" type="presOf" srcId="{7BEB69CA-E48D-4B68-B0BA-89B8EC37315A}" destId="{F7409D95-6AD8-4E24-8318-10F7AB88026F}" srcOrd="0" destOrd="0" presId="urn:microsoft.com/office/officeart/2008/layout/LinedList"/>
    <dgm:cxn modelId="{BAF5D0F0-9F2E-4671-8B35-23CF3B1A419D}" type="presParOf" srcId="{CE90F408-4E4B-47B9-8D54-409C4927AC5B}" destId="{D2F4775D-C719-4DB4-92D2-63BB1AAB78D9}" srcOrd="0" destOrd="0" presId="urn:microsoft.com/office/officeart/2008/layout/LinedList"/>
    <dgm:cxn modelId="{C18E185E-C63D-4136-92E8-4A6CE4493868}" type="presParOf" srcId="{CE90F408-4E4B-47B9-8D54-409C4927AC5B}" destId="{E409411E-F85E-4556-BED7-930169460778}" srcOrd="1" destOrd="0" presId="urn:microsoft.com/office/officeart/2008/layout/LinedList"/>
    <dgm:cxn modelId="{D5FEC6AD-FD80-411A-8DD0-6548F6FF7EB2}" type="presParOf" srcId="{E409411E-F85E-4556-BED7-930169460778}" destId="{BEF55B08-1E23-40DC-91D1-15205DB59901}" srcOrd="0" destOrd="0" presId="urn:microsoft.com/office/officeart/2008/layout/LinedList"/>
    <dgm:cxn modelId="{333EF70C-250A-42BB-AFC9-162E93371864}" type="presParOf" srcId="{E409411E-F85E-4556-BED7-930169460778}" destId="{6A01D77F-1A27-48CD-B502-1F754A899E85}" srcOrd="1" destOrd="0" presId="urn:microsoft.com/office/officeart/2008/layout/LinedList"/>
    <dgm:cxn modelId="{B0B201C3-0C47-476A-89C8-ABC9417BBAB5}" type="presParOf" srcId="{CE90F408-4E4B-47B9-8D54-409C4927AC5B}" destId="{2A11C0B8-A4BA-4608-9AC1-4DD63C051EB4}" srcOrd="2" destOrd="0" presId="urn:microsoft.com/office/officeart/2008/layout/LinedList"/>
    <dgm:cxn modelId="{8886533A-297C-4730-BB5A-14ED3B164D60}" type="presParOf" srcId="{CE90F408-4E4B-47B9-8D54-409C4927AC5B}" destId="{ED8A8095-6579-440B-AE4B-33D1D453D969}" srcOrd="3" destOrd="0" presId="urn:microsoft.com/office/officeart/2008/layout/LinedList"/>
    <dgm:cxn modelId="{46CFF131-EB8C-4FED-AF64-2BBF1597B61B}" type="presParOf" srcId="{ED8A8095-6579-440B-AE4B-33D1D453D969}" destId="{E837B4BA-F14F-409F-9DB2-61AE0A6C1614}" srcOrd="0" destOrd="0" presId="urn:microsoft.com/office/officeart/2008/layout/LinedList"/>
    <dgm:cxn modelId="{E4D8AED1-5E07-4D45-9011-4DA3979A44D1}" type="presParOf" srcId="{ED8A8095-6579-440B-AE4B-33D1D453D969}" destId="{B8D48762-F717-436D-9A9F-25BF47503816}" srcOrd="1" destOrd="0" presId="urn:microsoft.com/office/officeart/2008/layout/LinedList"/>
    <dgm:cxn modelId="{FD0EB185-6614-4EDE-A6FD-FA48FABA1BD8}" type="presParOf" srcId="{CE90F408-4E4B-47B9-8D54-409C4927AC5B}" destId="{D7E9B480-7644-4D53-B917-72DE668FEDF1}" srcOrd="4" destOrd="0" presId="urn:microsoft.com/office/officeart/2008/layout/LinedList"/>
    <dgm:cxn modelId="{E0F9A4FB-D8EA-41E8-A209-924E844CC475}" type="presParOf" srcId="{CE90F408-4E4B-47B9-8D54-409C4927AC5B}" destId="{35CECC5A-DA6D-486A-BA14-60457FF87181}" srcOrd="5" destOrd="0" presId="urn:microsoft.com/office/officeart/2008/layout/LinedList"/>
    <dgm:cxn modelId="{7004CB00-72E2-4AE8-84E6-1A459B8D67B7}" type="presParOf" srcId="{35CECC5A-DA6D-486A-BA14-60457FF87181}" destId="{F95A2742-7E62-4F92-B4AF-303B78A88F6A}" srcOrd="0" destOrd="0" presId="urn:microsoft.com/office/officeart/2008/layout/LinedList"/>
    <dgm:cxn modelId="{EE294367-741A-45D6-8F4E-E43F179343F4}" type="presParOf" srcId="{35CECC5A-DA6D-486A-BA14-60457FF87181}" destId="{DCBCE208-B6F9-49B7-84B2-5B4680C372C0}" srcOrd="1" destOrd="0" presId="urn:microsoft.com/office/officeart/2008/layout/LinedList"/>
    <dgm:cxn modelId="{D7A235EC-C20D-4BB4-85FA-5416D9C32CFF}" type="presParOf" srcId="{CE90F408-4E4B-47B9-8D54-409C4927AC5B}" destId="{B673F76A-F2F1-4D52-938D-BFC3A22C34E6}" srcOrd="6" destOrd="0" presId="urn:microsoft.com/office/officeart/2008/layout/LinedList"/>
    <dgm:cxn modelId="{0B18955F-48DD-4F84-A8B1-B17018F3EB39}" type="presParOf" srcId="{CE90F408-4E4B-47B9-8D54-409C4927AC5B}" destId="{BBE34349-4461-46B3-8FC1-D72AC3090989}" srcOrd="7" destOrd="0" presId="urn:microsoft.com/office/officeart/2008/layout/LinedList"/>
    <dgm:cxn modelId="{380BC096-99E6-416C-AB73-1B903B4CDE2E}" type="presParOf" srcId="{BBE34349-4461-46B3-8FC1-D72AC3090989}" destId="{F7409D95-6AD8-4E24-8318-10F7AB88026F}" srcOrd="0" destOrd="0" presId="urn:microsoft.com/office/officeart/2008/layout/LinedList"/>
    <dgm:cxn modelId="{E7424551-D381-4244-BA6D-4EDC90557265}" type="presParOf" srcId="{BBE34349-4461-46B3-8FC1-D72AC3090989}" destId="{4886FD0C-1FF7-47A3-B586-6874B0BF3C1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ED19EB-0A23-42BC-9993-B99007C2041E}">
      <dsp:nvSpPr>
        <dsp:cNvPr id="0" name=""/>
        <dsp:cNvSpPr/>
      </dsp:nvSpPr>
      <dsp:spPr>
        <a:xfrm>
          <a:off x="524679" y="0"/>
          <a:ext cx="3760123" cy="376012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42D03-6C63-46D8-9934-844C4D67C38D}">
      <dsp:nvSpPr>
        <dsp:cNvPr id="0" name=""/>
        <dsp:cNvSpPr/>
      </dsp:nvSpPr>
      <dsp:spPr>
        <a:xfrm>
          <a:off x="881891" y="357211"/>
          <a:ext cx="1466447" cy="14664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Discord</a:t>
          </a:r>
          <a:endParaRPr lang="en-US" sz="1900" kern="1200"/>
        </a:p>
      </dsp:txBody>
      <dsp:txXfrm>
        <a:off x="953477" y="428797"/>
        <a:ext cx="1323275" cy="1323275"/>
      </dsp:txXfrm>
    </dsp:sp>
    <dsp:sp modelId="{6DCB74C9-FBCC-4A29-AFCB-25BF5FE51841}">
      <dsp:nvSpPr>
        <dsp:cNvPr id="0" name=""/>
        <dsp:cNvSpPr/>
      </dsp:nvSpPr>
      <dsp:spPr>
        <a:xfrm>
          <a:off x="2461142" y="357211"/>
          <a:ext cx="1466447" cy="14664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Facebook</a:t>
          </a:r>
          <a:endParaRPr lang="en-US" sz="1900" kern="1200"/>
        </a:p>
      </dsp:txBody>
      <dsp:txXfrm>
        <a:off x="2532728" y="428797"/>
        <a:ext cx="1323275" cy="1323275"/>
      </dsp:txXfrm>
    </dsp:sp>
    <dsp:sp modelId="{5A564D99-37D9-4A9B-8B3B-FCE76BAD288E}">
      <dsp:nvSpPr>
        <dsp:cNvPr id="0" name=""/>
        <dsp:cNvSpPr/>
      </dsp:nvSpPr>
      <dsp:spPr>
        <a:xfrm>
          <a:off x="881891" y="1936463"/>
          <a:ext cx="1466447" cy="14664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Trello</a:t>
          </a:r>
          <a:endParaRPr lang="en-US" sz="1900" kern="1200"/>
        </a:p>
      </dsp:txBody>
      <dsp:txXfrm>
        <a:off x="953477" y="2008049"/>
        <a:ext cx="1323275" cy="1323275"/>
      </dsp:txXfrm>
    </dsp:sp>
    <dsp:sp modelId="{9402BED9-E3F1-4B5C-A60A-785FEAD07890}">
      <dsp:nvSpPr>
        <dsp:cNvPr id="0" name=""/>
        <dsp:cNvSpPr/>
      </dsp:nvSpPr>
      <dsp:spPr>
        <a:xfrm>
          <a:off x="2461142" y="1936463"/>
          <a:ext cx="1466447" cy="14664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Github</a:t>
          </a:r>
          <a:endParaRPr lang="en-US" sz="1900" kern="1200"/>
        </a:p>
      </dsp:txBody>
      <dsp:txXfrm>
        <a:off x="2532728" y="2008049"/>
        <a:ext cx="1323275" cy="13232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F4775D-C719-4DB4-92D2-63BB1AAB78D9}">
      <dsp:nvSpPr>
        <dsp:cNvPr id="0" name=""/>
        <dsp:cNvSpPr/>
      </dsp:nvSpPr>
      <dsp:spPr>
        <a:xfrm>
          <a:off x="0" y="0"/>
          <a:ext cx="477196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F55B08-1E23-40DC-91D1-15205DB59901}">
      <dsp:nvSpPr>
        <dsp:cNvPr id="0" name=""/>
        <dsp:cNvSpPr/>
      </dsp:nvSpPr>
      <dsp:spPr>
        <a:xfrm>
          <a:off x="0" y="0"/>
          <a:ext cx="4771965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Bérházakba lakó emberek számára kedvező szoftver létrehozása</a:t>
          </a:r>
        </a:p>
      </dsp:txBody>
      <dsp:txXfrm>
        <a:off x="0" y="0"/>
        <a:ext cx="4771965" cy="1143000"/>
      </dsp:txXfrm>
    </dsp:sp>
    <dsp:sp modelId="{2A11C0B8-A4BA-4608-9AC1-4DD63C051EB4}">
      <dsp:nvSpPr>
        <dsp:cNvPr id="0" name=""/>
        <dsp:cNvSpPr/>
      </dsp:nvSpPr>
      <dsp:spPr>
        <a:xfrm>
          <a:off x="0" y="1143000"/>
          <a:ext cx="4771965" cy="0"/>
        </a:xfrm>
        <a:prstGeom prst="line">
          <a:avLst/>
        </a:prstGeom>
        <a:solidFill>
          <a:schemeClr val="accent5">
            <a:hueOff val="-293889"/>
            <a:satOff val="-2747"/>
            <a:lumOff val="588"/>
            <a:alphaOff val="0"/>
          </a:schemeClr>
        </a:solidFill>
        <a:ln w="12700" cap="flat" cmpd="sng" algn="ctr">
          <a:solidFill>
            <a:schemeClr val="accent5">
              <a:hueOff val="-293889"/>
              <a:satOff val="-2747"/>
              <a:lumOff val="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837B4BA-F14F-409F-9DB2-61AE0A6C1614}">
      <dsp:nvSpPr>
        <dsp:cNvPr id="0" name=""/>
        <dsp:cNvSpPr/>
      </dsp:nvSpPr>
      <dsp:spPr>
        <a:xfrm>
          <a:off x="0" y="1143000"/>
          <a:ext cx="4771965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Egy könnyen kezelhető letisztult szoftver</a:t>
          </a:r>
        </a:p>
      </dsp:txBody>
      <dsp:txXfrm>
        <a:off x="0" y="1143000"/>
        <a:ext cx="4771965" cy="1143000"/>
      </dsp:txXfrm>
    </dsp:sp>
    <dsp:sp modelId="{D7E9B480-7644-4D53-B917-72DE668FEDF1}">
      <dsp:nvSpPr>
        <dsp:cNvPr id="0" name=""/>
        <dsp:cNvSpPr/>
      </dsp:nvSpPr>
      <dsp:spPr>
        <a:xfrm>
          <a:off x="0" y="2286000"/>
          <a:ext cx="4771965" cy="0"/>
        </a:xfrm>
        <a:prstGeom prst="line">
          <a:avLst/>
        </a:prstGeom>
        <a:solidFill>
          <a:schemeClr val="accent5">
            <a:hueOff val="-587779"/>
            <a:satOff val="-5495"/>
            <a:lumOff val="1177"/>
            <a:alphaOff val="0"/>
          </a:schemeClr>
        </a:solidFill>
        <a:ln w="12700" cap="flat" cmpd="sng" algn="ctr">
          <a:solidFill>
            <a:schemeClr val="accent5">
              <a:hueOff val="-587779"/>
              <a:satOff val="-5495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95A2742-7E62-4F92-B4AF-303B78A88F6A}">
      <dsp:nvSpPr>
        <dsp:cNvPr id="0" name=""/>
        <dsp:cNvSpPr/>
      </dsp:nvSpPr>
      <dsp:spPr>
        <a:xfrm>
          <a:off x="0" y="2286000"/>
          <a:ext cx="4771965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Segítségkérő rendszer/Szavazó rendszer</a:t>
          </a:r>
        </a:p>
      </dsp:txBody>
      <dsp:txXfrm>
        <a:off x="0" y="2286000"/>
        <a:ext cx="4771965" cy="1143000"/>
      </dsp:txXfrm>
    </dsp:sp>
    <dsp:sp modelId="{B673F76A-F2F1-4D52-938D-BFC3A22C34E6}">
      <dsp:nvSpPr>
        <dsp:cNvPr id="0" name=""/>
        <dsp:cNvSpPr/>
      </dsp:nvSpPr>
      <dsp:spPr>
        <a:xfrm>
          <a:off x="0" y="3429000"/>
          <a:ext cx="4771965" cy="0"/>
        </a:xfrm>
        <a:prstGeom prst="line">
          <a:avLst/>
        </a:prstGeom>
        <a:solidFill>
          <a:schemeClr val="accent5">
            <a:hueOff val="-881668"/>
            <a:satOff val="-8242"/>
            <a:lumOff val="1765"/>
            <a:alphaOff val="0"/>
          </a:schemeClr>
        </a:solidFill>
        <a:ln w="12700" cap="flat" cmpd="sng" algn="ctr">
          <a:solidFill>
            <a:schemeClr val="accent5">
              <a:hueOff val="-881668"/>
              <a:satOff val="-8242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409D95-6AD8-4E24-8318-10F7AB88026F}">
      <dsp:nvSpPr>
        <dsp:cNvPr id="0" name=""/>
        <dsp:cNvSpPr/>
      </dsp:nvSpPr>
      <dsp:spPr>
        <a:xfrm>
          <a:off x="0" y="3429000"/>
          <a:ext cx="4771965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Admin felület</a:t>
          </a:r>
        </a:p>
      </dsp:txBody>
      <dsp:txXfrm>
        <a:off x="0" y="3429000"/>
        <a:ext cx="4771965" cy="1143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08D400CA-3EEB-4E71-AA18-AED0E91FD8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EE38791-92CC-43B8-83DF-4710F19763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05325-9CEB-4414-A403-B5647171A7FA}" type="datetime1">
              <a:rPr lang="hu-HU" smtClean="0"/>
              <a:t>2024. 11. 28.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63E69B6-8A4F-42B1-B31C-EA229C2A7B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8EFD860-5E20-4BE3-AC7E-A3DCCC51B3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AA703-EF0B-4E83-ABDA-E335BCD37D2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6503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11695 6607 16383 0 0,'4'0'0'0'0,"7"0"0"0"0,6 0 0 0 0,5 0 0 0 0,4-4 0 0 0,1-3 0 0 0,2-3 0 0 0,0-2 0 0 0,0 3 0 0 0,0-3 0 0 0,-6-3 0 0 0,0 0 0 0 0,3-2 0 0 0,4 2 0 0 0,0 4 0 0 0,1-2 0 0 0,-1-2 0 0 0,-1 0 0 0 0,0 4 0 0 0,0 3 0 0 0,-1 3 0 0 0,5-2 0 0 0,1-1 0 0 0,-1 2 0 0 0,0 2 0 0 0,-2 1 0 0 0,-1 2 0 0 0,4-5 0 0 0,0 0 0 0 0,0 0 0 0 0,8-3 0 0 0,2 0 0 0 0,2-4 0 0 0,-1 1 0 0 0,-4 2 0 0 0,1 3 0 0 0,-3 3 0 0 0,7-3 0 0 0,5-5 0 0 0,3-1 0 0 0,-2 3 0 0 0,-6 2 0 0 0,-6 3 0 0 0,-5 2 0 0 0,6-3 0 0 0,0-5 0 0 0,-1-1 0 0 0,-4 2 0 0 0,3-3 0 0 0,3 2 0 0 0,4-3 0 0 0,0 2 0 0 0,0 2 0 0 0,3-2 0 0 0,-3 2 0 0 0,1 2 0 0 0,1 2 0 0 0,-2 3 0 0 0,0 1 0 0 0,-3-3 0 0 0,-4-6 0 0 0,-3-1 0 0 0,-4 2 0 0 0,-3 2 0 0 0,-1 3 0 0 0,0 2 0 0 0,8-3 0 0 0,9-6 0 0 0,0 0 0 0 0,-2 2 0 0 0,6-3 0 0 0,-1 2 0 0 0,-4 2 0 0 0,1 3 0 0 0,-4 2 0 0 0,-3 2 0 0 0,1 1 0 0 0,-1 1 0 0 0,-3 1 0 0 0,-2-1 0 0 0,-2 1 0 0 0,-2-1 0 0 0,-1 1 0 0 0,0-1 0 0 0,-1 0 0 0 0,6 0 0 0 0,0 0 0 0 0,1 0 0 0 0,-2-5 0 0 0,-1-1 0 0 0,-1 0 0 0 0,-1 1 0 0 0,0 1 0 0 0,-2-2 0 0 0,1-2 0 0 0,0 2 0 0 0,-1 1 0 0 0,6 2 0 0 0,1 1 0 0 0,4 1 0 0 0,6-4 0 0 0,-1-1 0 0 0,-2 0 0 0 0,-3 1 0 0 0,-5-2 0 0 0,-1-2 0 0 0,-3 2 0 0 0,-1-3 0 0 0,4 1 0 0 0,2 1 0 0 0,3-3 0 0 0,-3-3 0 0 0,-3-1 0 0 0,-3 4 0 0 0,0-2 0 0 0,-1 1 0 0 0,0 3 0 0 0,4-2 0 0 0,-2-3 0 0 0,-2 0 0 0 0,0 2 0 0 0,-6 4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11615 5662 16383 0 0,'5'0'0'0'0,"6"0"0"0"0,11 0 0 0 0,6 0 0 0 0,3 5 0 0 0,2 1 0 0 0,3 0 0 0 0,7 4 0 0 0,-1 4 0 0 0,3 1 0 0 0,-2-3 0 0 0,-3 1 0 0 0,-4-1 0 0 0,-3-3 0 0 0,2 2 0 0 0,0-1 0 0 0,-2-2 0 0 0,-1 2 0 0 0,-1-1 0 0 0,-2 4 0 0 0,0-2 0 0 0,3 3 0 0 0,2-1 0 0 0,5-3 0 0 0,4 2 0 0 0,5 3 0 0 0,4 5 0 0 0,-3-2 0 0 0,1-4 0 0 0,0-4 0 0 0,11-4 0 0 0,0-3 0 0 0,-5-2 0 0 0,1 4 0 0 0,1 5 0 0 0,0 6 0 0 0,-6 1 0 0 0,4-4 0 0 0,-4-3 0 0 0,-1-3 0 0 0,-4 1 0 0 0,-6 0 0 0 0,-5-2 0 0 0,6 3 0 0 0,5 0 0 0 0,4 4 0 0 0,-2-2 0 0 0,0-1 0 0 0,1 1 0 0 0,2 0 0 0 0,-3-3 0 0 0,-6-2 0 0 0,-5-3 0 0 0,1 4 0 0 0,-2 0 0 0 0,2-1 0 0 0,0-2 0 0 0,2-1 0 0 0,-1-1 0 0 0,-3-2 0 0 0,3 1 0 0 0,3-2 0 0 0,-1 1 0 0 0,7 5 0 0 0,-1 1 0 0 0,2-1 0 0 0,1 0 0 0 0,7 3 0 0 0,-2 1 0 0 0,8 3 0 0 0,-2-1 0 0 0,3 3 0 0 0,4-1 0 0 0,1 3 0 0 0,-8-3 0 0 0,-9-3 0 0 0,0 2 0 0 0,-4-1 0 0 0,-5-3 0 0 0,-1 2 0 0 0,-3 0 0 0 0,-4-3 0 0 0,2-1 0 0 0,4 2 0 0 0,4 4 0 0 0,-1 1 0 0 0,-4-2 0 0 0,-3-3 0 0 0,1-3 0 0 0,-2-2 0 0 0,-2-2 0 0 0,-2-1 0 0 0,-3 0 0 0 0,0 0 0 0 0,-2-1 0 0 0,0 1 0 0 0,-1-1 0 0 0,0 1 0 0 0,1 0 0 0 0,-1 0 0 0 0,1 0 0 0 0,0 5 0 0 0,-5 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11668 11537 16383 0 0,'5'0'0'0'0,"6"-5"0"0"0,6-6 0 0 0,10-6 0 0 0,-1-5 0 0 0,2 2 0 0 0,4-2 0 0 0,2 0 0 0 0,0-2 0 0 0,-2-2 0 0 0,-5-5 0 0 0,-3-3 0 0 0,-6 0 0 0 0,-1 1 0 0 0,2 1 0 0 0,-4-3 0 0 0,2-5 0 0 0,2-1 0 0 0,-2 3 0 0 0,-4-3 0 0 0,1 1 0 0 0,2 3 0 0 0,-1 3 0 0 0,-4 3 0 0 0,2-4 0 0 0,3 1 0 0 0,-1 0 0 0 0,1-8 0 0 0,3-1 0 0 0,3 1 0 0 0,3-1 0 0 0,1-3 0 0 0,-3-3 0 0 0,3-2 0 0 0,-2 2 0 0 0,0 5 0 0 0,-1 0 0 0 0,2 3 0 0 0,1 4 0 0 0,0-1 0 0 0,6 1 0 0 0,2-3 0 0 0,5 1 0 0 0,0 2 0 0 0,-2 3 0 0 0,3 2 0 0 0,-1 2 0 0 0,2 6 0 0 0,0-2 0 0 0,1 3 0 0 0,3-4 0 0 0,4-2 0 0 0,-1-6 0 0 0,-1-1 0 0 0,2 0 0 0 0,3 2 0 0 0,-4 2 0 0 0,4-3 0 0 0,-1 4 0 0 0,-5 3 0 0 0,-1 2 0 0 0,2-1 0 0 0,-3 1 0 0 0,-4 4 0 0 0,-9 2 0 0 0,-5-1 0 0 0,3-2 0 0 0,6 3 0 0 0,1 1 0 0 0,5-2 0 0 0,-1-1 0 0 0,-2-3 0 0 0,-2 4 0 0 0,-4-5 0 0 0,-1-2 0 0 0,-7-1 0 0 0,-2 0 0 0 0,-1-1 0 0 0,2-4 0 0 0,5-1 0 0 0,4-4 0 0 0,0-5 0 0 0,5 0 0 0 0,1 3 0 0 0,2 4 0 0 0,-4-1 0 0 0,-4 0 0 0 0,-3 8 0 0 0,-6-1 0 0 0,-7-1 0 0 0,-7 2 0 0 0,-4 0 0 0 0,-3-3 0 0 0,-2-2 0 0 0,-2 1 0 0 0,1 1 0 0 0,0 2 0 0 0,0 1 0 0 0,0 1 0 0 0,1 1 0 0 0,-1 0 0 0 0,1 1 0 0 0,0-1 0 0 0,0 0 0 0 0,1 1 0 0 0,-1-1 0 0 0,0 0 0 0 0,0 1 0 0 0,4-11 0 0 0,7-7 0 0 0,2-1 0 0 0,2 7 0 0 0,0 6 0 0 0,6 3 0 0 0,4 7 0 0 0,-1 3 0 0 0,-1 5 0 0 0,0 4 0 0 0,2 0 0 0 0,1 2 0 0 0,-4 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11668 7673 16383 0 0,'0'5'0'0'0,"10"1"0"0"0,7 5 0 0 0,6 5 0 0 0,8-1 0 0 0,4 3 0 0 0,6 2 0 0 0,0 8 0 0 0,-2-1 0 0 0,-3 4 0 0 0,-3-3 0 0 0,3-1 0 0 0,-1 3 0 0 0,4 3 0 0 0,0-1 0 0 0,-3 4 0 0 0,-1 1 0 0 0,1 3 0 0 0,-4 5 0 0 0,-3 4 0 0 0,-3-2 0 0 0,5 6 0 0 0,2-2 0 0 0,-1 0 0 0 0,0 1 0 0 0,-7-4 0 0 0,3-5 0 0 0,2 0 0 0 0,-6-4 0 0 0,-1-2 0 0 0,0-9 0 0 0,1-3 0 0 0,-4-2 0 0 0,0 0 0 0 0,1-4 0 0 0,1 0 0 0 0,-2 1 0 0 0,-1 6 0 0 0,7 5 0 0 0,3 0 0 0 0,2 6 0 0 0,4 0 0 0 0,-3-1 0 0 0,-2-1 0 0 0,-2 2 0 0 0,4-1 0 0 0,-3-1 0 0 0,2-2 0 0 0,1-2 0 0 0,0 4 0 0 0,-1 0 0 0 0,-1-1 0 0 0,-1 3 0 0 0,-5 0 0 0 0,3 3 0 0 0,-4 0 0 0 0,5-2 0 0 0,1 1 0 0 0,1-1 0 0 0,-5-1 0 0 0,4-4 0 0 0,0-1 0 0 0,1-3 0 0 0,-5 0 0 0 0,3 3 0 0 0,1 7 0 0 0,1-4 0 0 0,-6-4 0 0 0,-5 4 0 0 0,-3-5 0 0 0,-3 2 0 0 0,1 0 0 0 0,2 5 0 0 0,-1 0 0 0 0,2 3 0 0 0,2 0 0 0 0,3-2 0 0 0,-3 7 0 0 0,1 0 0 0 0,2 2 0 0 0,-4-3 0 0 0,1 2 0 0 0,1-3 0 0 0,-2-4 0 0 0,0-4 0 0 0,-3-3 0 0 0,1-2 0 0 0,2 3 0 0 0,-2 1 0 0 0,2 8 0 0 0,1-2 0 0 0,-1-4 0 0 0,-5 2 0 0 0,1-1 0 0 0,3 3 0 0 0,-3 4 0 0 0,8-6 0 0 0,-2-4 0 0 0,-3 1 0 0 0,0-5 0 0 0,-3-3 0 0 0,1-1 0 0 0,-2 0 0 0 0,1-6 0 0 0,3 0 0 0 0,-1 1 0 0 0,2 1 0 0 0,1 2 0 0 0,4 2 0 0 0,-4 1 0 0 0,1 0 0 0 0,2 1 0 0 0,-4 0 0 0 0,1 0 0 0 0,1-4 0 0 0,-2-2 0 0 0,0-5 0 0 0,-3 4 0 0 0,1 4 0 0 0,2-3 0 0 0,-2 0 0 0 0,2 1 0 0 0,-3-4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15028 8599 16383 0 0,'5'0'0'0'0,"6"0"0"0"0,6 5 0 0 0,10 6 0 0 0,0 6 0 0 0,5 9 0 0 0,-3 6 0 0 0,-2 6 0 0 0,0 7 0 0 0,-1 4 0 0 0,5 4 0 0 0,-2-2 0 0 0,-2-1 0 0 0,-1 1 0 0 0,-4-4 0 0 0,-7-4 0 0 0,-5-6 0 0 0,-5-4 0 0 0,2 7 0 0 0,9 1 0 0 0,2-2 0 0 0,2 2 0 0 0,3-1 0 0 0,-2-2 0 0 0,-1-4 0 0 0,2-2 0 0 0,-4-2 0 0 0,1 3 0 0 0,1 6 0 0 0,-2 0 0 0 0,-5 4 0 0 0,0-1 0 0 0,4 7 0 0 0,-3-1 0 0 0,7 1 0 0 0,0 2 0 0 0,0 2 0 0 0,2-4 0 0 0,2 0 0 0 0,-4 1 0 0 0,-5 5 0 0 0,0-1 0 0 0,1 0 0 0 0,3 0 0 0 0,7 4 0 0 0,4 3 0 0 0,-3 5 0 0 0,3 0 0 0 0,1-1 0 0 0,-5 3 0 0 0,-3-1 0 0 0,0-3 0 0 0,1-2 0 0 0,5-3 0 0 0,2 8 0 0 0,5 2 0 0 0,2-1 0 0 0,3 2 0 0 0,-1 3 0 0 0,-3-1 0 0 0,-2-9 0 0 0,-4-4 0 0 0,-6-4 0 0 0,-8-2 0 0 0,-3 1 0 0 0,2-1 0 0 0,-3-4 0 0 0,2 0 0 0 0,2 0 0 0 0,-2 1 0 0 0,6 2 0 0 0,4 7 0 0 0,7 2 0 0 0,3-5 0 0 0,0-2 0 0 0,-2 0 0 0 0,-2-1 0 0 0,-6-4 0 0 0,-2 4 0 0 0,-2 2 0 0 0,-3 1 0 0 0,-1 6 0 0 0,-4-4 0 0 0,1 8 0 0 0,3 2 0 0 0,-2 4 0 0 0,-4-6 0 0 0,1-5 0 0 0,-1-7 0 0 0,1-5 0 0 0,-1-4 0 0 0,2-7 0 0 0,-1-4 0 0 0,-4-3 0 0 0,-2 2 0 0 0,-3 6 0 0 0,-2 5 0 0 0,-1 0 0 0 0,-1 2 0 0 0,-1-3 0 0 0,1 7 0 0 0,4 8 0 0 0,2-1 0 0 0,-1 0 0 0 0,0 4 0 0 0,-2-4 0 0 0,-1 3 0 0 0,0-4 0 0 0,-2-6 0 0 0,5 1 0 0 0,6 3 0 0 0,6-4 0 0 0,-1-1 0 0 0,-1-4 0 0 0,-5-4 0 0 0,1 4 0 0 0,-1-1 0 0 0,2 7 0 0 0,0 9 0 0 0,2-1 0 0 0,3-2 0 0 0,-1 0 0 0 0,2-1 0 0 0,2-5 0 0 0,2-1 0 0 0,-2-5 0 0 0,0-1 0 0 0,2 2 0 0 0,1 7 0 0 0,2 0 0 0 0,1 0 0 0 0,1 0 0 0 0,1-4 0 0 0,-5-5 0 0 0,-1-1 0 0 0,5-3 0 0 0,-2 1 0 0 0,-1 3 0 0 0,1-1 0 0 0,-5 2 0 0 0,0 2 0 0 0,1-2 0 0 0,-3-4 0 0 0,0-8 0 0 0,-3-2 0 0 0,-4 0 0 0 0,1 4 0 0 0,3 0 0 0 0,-1 0 0 0 0,2-7 0 0 0,2-3 0 0 0,-1 3 0 0 0,2-2 0 0 0,-4 3 0 0 0,1 2 0 0 0,3 4 0 0 0,-2 2 0 0 0,0-1 0 0 0,3 3 0 0 0,-2 0 0 0 0,-5-3 0 0 0,-4-2 0 0 0,1 2 0 0 0,-1 1 0 0 0,3-3 0 0 0,3 4 0 0 0,0-1 0 0 0,-3-1 0 0 0,-3-3 0 0 0,-4 3 0 0 0,-2 0 0 0 0,-2-1 0 0 0,4-3 0 0 0,1-1 0 0 0,4-1 0 0 0,1 3 0 0 0,2 2 0 0 0,5-2 0 0 0,-1 0 0 0 0,-4-3 0 0 0,-4 0 0 0 0,-3 4 0 0 0,-3 0 0 0 0,3 5 0 0 0,5-1 0 0 0,1 4 0 0 0,-2-1 0 0 0,-3-3 0 0 0,3 2 0 0 0,-1-1 0 0 0,-1 2 0 0 0,2-1 0 0 0,-1-3 0 0 0,3-3 0 0 0,0-2 0 0 0,2-2 0 0 0,-1 3 0 0 0,-2 1 0 0 0,-4 0 0 0 0,-3-2 0 0 0,-2-1 0 0 0,-1-2 0 0 0,-1 0 0 0 0,-1-1 0 0 0,1 0 0 0 0,-1-1 0 0 0,1 1 0 0 0,-1 0 0 0 0,1-1 0 0 0,0 1 0 0 0,0 0 0 0 0,5 0 0 0 0,1-1 0 0 0,5-3 0 0 0,5-3 0 0 0,-1-4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15081 17960 16383 0 0,'0'-5'0'0'0,"0"-6"0"0"0,10-6 0 0 0,2-9 0 0 0,5-6 0 0 0,4-6 0 0 0,-2-7 0 0 0,1-4 0 0 0,1 0 0 0 0,3 0 0 0 0,6-1 0 0 0,3-2 0 0 0,-5-6 0 0 0,4-3 0 0 0,-1-5 0 0 0,-4-6 0 0 0,-2 0 0 0 0,-2-2 0 0 0,-3 3 0 0 0,-1-2 0 0 0,-4 3 0 0 0,0-2 0 0 0,-1 8 0 0 0,0 0 0 0 0,-2 1 0 0 0,-2 2 0 0 0,-4 2 0 0 0,-2 2 0 0 0,-2 0 0 0 0,-2 2 0 0 0,5-1 0 0 0,1 6 0 0 0,-1 0 0 0 0,4 1 0 0 0,0 3 0 0 0,-1 0 0 0 0,3-6 0 0 0,-1-4 0 0 0,-2 3 0 0 0,-2 6 0 0 0,-3 1 0 0 0,-1-6 0 0 0,4-8 0 0 0,0 2 0 0 0,5-4 0 0 0,4-1 0 0 0,0 1 0 0 0,-2 6 0 0 0,-4 8 0 0 0,2 3 0 0 0,-2 4 0 0 0,-1 0 0 0 0,1-3 0 0 0,1 1 0 0 0,2-1 0 0 0,-1-3 0 0 0,-1 2 0 0 0,1-5 0 0 0,0 0 0 0 0,1 0 0 0 0,0-1 0 0 0,3-7 0 0 0,2-2 0 0 0,4-1 0 0 0,3 1 0 0 0,-2 1 0 0 0,-6 6 0 0 0,5-3 0 0 0,3-1 0 0 0,-3-4 0 0 0,1-3 0 0 0,0 1 0 0 0,-3 2 0 0 0,5-3 0 0 0,3-1 0 0 0,6 2 0 0 0,2 2 0 0 0,0 2 0 0 0,4-3 0 0 0,-5 4 0 0 0,1 2 0 0 0,0 2 0 0 0,-7 0 0 0 0,2 5 0 0 0,-5 1 0 0 0,4-6 0 0 0,1-2 0 0 0,0-2 0 0 0,5-1 0 0 0,-4 1 0 0 0,2 6 0 0 0,-4 1 0 0 0,-2 1 0 0 0,-2-2 0 0 0,1 0 0 0 0,-5-1 0 0 0,-1-2 0 0 0,5 0 0 0 0,4 4 0 0 0,1 2 0 0 0,-4 3 0 0 0,-2 2 0 0 0,0-3 0 0 0,0-2 0 0 0,1 3 0 0 0,1-6 0 0 0,6-3 0 0 0,1-1 0 0 0,6-2 0 0 0,0-4 0 0 0,-2-1 0 0 0,3-5 0 0 0,-6 1 0 0 0,-3 1 0 0 0,-4-2 0 0 0,0 2 0 0 0,0 6 0 0 0,4 5 0 0 0,2 2 0 0 0,0 0 0 0 0,-6 5 0 0 0,-2-4 0 0 0,3-3 0 0 0,-2-1 0 0 0,-1 0 0 0 0,-1-1 0 0 0,1-4 0 0 0,1-7 0 0 0,1 4 0 0 0,-5-1 0 0 0,0 5 0 0 0,-5 9 0 0 0,0 3 0 0 0,1-5 0 0 0,-2 3 0 0 0,1 0 0 0 0,3-2 0 0 0,2 0 0 0 0,2-2 0 0 0,-3 5 0 0 0,0-5 0 0 0,-4-2 0 0 0,0-1 0 0 0,2 5 0 0 0,-2 1 0 0 0,0 0 0 0 0,3-1 0 0 0,-3-1 0 0 0,1 9 0 0 0,-3 7 0 0 0,1-5 0 0 0,-2 0 0 0 0,-4-6 0 0 0,-3-1 0 0 0,-3 4 0 0 0,2 0 0 0 0,1 3 0 0 0,-2 4 0 0 0,4-2 0 0 0,5-2 0 0 0,0 0 0 0 0,2-2 0 0 0,4-2 0 0 0,-3 1 0 0 0,-3 3 0 0 0,1 0 0 0 0,-3 3 0 0 0,1-3 0 0 0,-1 2 0 0 0,-2 3 0 0 0,1-2 0 0 0,-1 1 0 0 0,2-2 0 0 0,5 0 0 0 0,-2 3 0 0 0,-2 3 0 0 0,-4 2 0 0 0,-4-2 0 0 0,3-1 0 0 0,4 1 0 0 0,5 2 0 0 0,0-4 0 0 0,-4 5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11271 18521 16383 0 0,'10'5'0'0'0,"7"1"0"0"0,6 0 0 0 0,9 4 0 0 0,3-1 0 0 0,0-1 0 0 0,0-2 0 0 0,-2-2 0 0 0,3-2 0 0 0,0-1 0 0 0,-1 0 0 0 0,-2-2 0 0 0,-2 1 0 0 0,-2-1 0 0 0,0 1 0 0 0,-1 0 0 0 0,0 0 0 0 0,-1 0 0 0 0,5 0 0 0 0,2 0 0 0 0,0 0 0 0 0,-2 0 0 0 0,0 0 0 0 0,-2 0 0 0 0,-1 0 0 0 0,4 0 0 0 0,1 0 0 0 0,-1 0 0 0 0,0 0 0 0 0,-2 0 0 0 0,-1 0 0 0 0,-1 0 0 0 0,3 0 0 0 0,3 0 0 0 0,3 0 0 0 0,1 0 0 0 0,-2 0 0 0 0,-3 0 0 0 0,-1 0 0 0 0,-3 0 0 0 0,-1 0 0 0 0,4 0 0 0 0,5 0 0 0 0,2 0 0 0 0,-2 0 0 0 0,-2 0 0 0 0,-3 0 0 0 0,-2 0 0 0 0,-2 0 0 0 0,0 0 0 0 0,-2 0 0 0 0,10 0 0 0 0,3 0 0 0 0,0 0 0 0 0,-3 0 0 0 0,2 0 0 0 0,-1 0 0 0 0,3 0 0 0 0,-1 0 0 0 0,-3 0 0 0 0,-2 0 0 0 0,-3 0 0 0 0,2 0 0 0 0,1 0 0 0 0,9 0 0 0 0,-4-5 0 0 0,-4-1 0 0 0,2 0 0 0 0,-1 1 0 0 0,-2 1 0 0 0,2 2 0 0 0,0 1 0 0 0,-2 1 0 0 0,-1 0 0 0 0,2 0 0 0 0,-1 0 0 0 0,0 0 0 0 0,2 0 0 0 0,6 1 0 0 0,3-1 0 0 0,0 0 0 0 0,1 0 0 0 0,2 0 0 0 0,2 0 0 0 0,-2 0 0 0 0,-6 0 0 0 0,-5 0 0 0 0,1-5 0 0 0,3-1 0 0 0,-1 0 0 0 0,2 1 0 0 0,-2 1 0 0 0,3 2 0 0 0,-3 1 0 0 0,2 1 0 0 0,-2 0 0 0 0,-3 0 0 0 0,1 0 0 0 0,0 0 0 0 0,1 1 0 0 0,0-1 0 0 0,-3 0 0 0 0,2 0 0 0 0,-1 0 0 0 0,-2 0 0 0 0,-3 0 0 0 0,3 0 0 0 0,0 0 0 0 0,3 0 0 0 0,0 0 0 0 0,-2 0 0 0 0,2 0 0 0 0,4 0 0 0 0,-1 0 0 0 0,3 0 0 0 0,-3 0 0 0 0,7 5 0 0 0,-1 1 0 0 0,1 0 0 0 0,2-1 0 0 0,1 3 0 0 0,-3 0 0 0 0,0 0 0 0 0,-4-3 0 0 0,-5-2 0 0 0,-5-1 0 0 0,-3-1 0 0 0,-2-1 0 0 0,2 0 0 0 0,7 0 0 0 0,0-1 0 0 0,-1 1 0 0 0,2 0 0 0 0,-1 0 0 0 0,-2 0 0 0 0,-3 0 0 0 0,2 0 0 0 0,0 0 0 0 0,-1 0 0 0 0,2 0 0 0 0,5 0 0 0 0,5 0 0 0 0,-2 0 0 0 0,2 0 0 0 0,2 0 0 0 0,3 0 0 0 0,-4 0 0 0 0,0 0 0 0 0,-3 0 0 0 0,-5 0 0 0 0,-5 0 0 0 0,2 0 0 0 0,-1 0 0 0 0,3 0 0 0 0,4 0 0 0 0,5 0 0 0 0,-2 0 0 0 0,-4 0 0 0 0,1 0 0 0 0,3 0 0 0 0,-3 0 0 0 0,2 0 0 0 0,2 0 0 0 0,-2 0 0 0 0,-4 0 0 0 0,-4 0 0 0 0,-4 0 0 0 0,-2 0 0 0 0,-3 0 0 0 0,0 0 0 0 0,4 0 0 0 0,1 0 0 0 0,0 0 0 0 0,0 0 0 0 0,-3 0 0 0 0,5 0 0 0 0,0 0 0 0 0,4 0 0 0 0,0 0 0 0 0,3 0 0 0 0,-1 0 0 0 0,2 0 0 0 0,-2 0 0 0 0,-3 0 0 0 0,-3 0 0 0 0,2 0 0 0 0,0 0 0 0 0,-3 0 0 0 0,-1 0 0 0 0,2 0 0 0 0,1 0 0 0 0,-2 0 0 0 0,-1 0 0 0 0,3 0 0 0 0,-1 0 0 0 0,0 0 0 0 0,-2 0 0 0 0,-2 0 0 0 0,-1 0 0 0 0,-2 0 0 0 0,10 0 0 0 0,2 0 0 0 0,0 0 0 0 0,-3 0 0 0 0,2 0 0 0 0,-1 0 0 0 0,-7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22675 18632 16383 0 0,'5'0'0'0'0,"6"0"0"0"0,6 0 0 0 0,4 0 0 0 0,5 0 0 0 0,1 0 0 0 0,2 0 0 0 0,0 0 0 0 0,0 0 0 0 0,5-4 0 0 0,0-3 0 0 0,1 1 0 0 0,3-3 0 0 0,-1-1 0 0 0,-1 2 0 0 0,-2 2 0 0 0,2-3 0 0 0,1 1 0 0 0,-3 1 0 0 0,-1-3 0 0 0,-2 1 0 0 0,-1 1 0 0 0,-2 2 0 0 0,0 3 0 0 0,0 1 0 0 0,4 1 0 0 0,2 1 0 0 0,4 0 0 0 0,6 1 0 0 0,-1-1 0 0 0,-2 0 0 0 0,1 1 0 0 0,-2-1 0 0 0,7 5 0 0 0,9 6 0 0 0,0 6 0 0 0,-5 0 0 0 0,-6-3 0 0 0,-6-3 0 0 0,-5-5 0 0 0,-4-2 0 0 0,-2-2 0 0 0,4 3 0 0 0,1 0 0 0 0,5 1 0 0 0,0-2 0 0 0,3 3 0 0 0,4 6 0 0 0,4 0 0 0 0,-1-2 0 0 0,0-2 0 0 0,-3 1 0 0 0,0-1 0 0 0,-3-2 0 0 0,-3-1 0 0 0,0 1 0 0 0,4 1 0 0 0,3 4 0 0 0,4-1 0 0 0,-2-2 0 0 0,1-3 0 0 0,-4-1 0 0 0,0 2 0 0 0,-3 0 0 0 0,-4-1 0 0 0,2-2 0 0 0,-2-1 0 0 0,2-1 0 0 0,-1-1 0 0 0,-2-1 0 0 0,2 0 0 0 0,-1-1 0 0 0,-2 1 0 0 0,-3 0 0 0 0,-2 0 0 0 0,-1-1 0 0 0,-2 1 0 0 0,0 0 0 0 0,0 0 0 0 0,4 0 0 0 0,1 0 0 0 0,6 0 0 0 0,-1 0 0 0 0,4 0 0 0 0,4 0 0 0 0,-1 0 0 0 0,-4 0 0 0 0,-4 0 0 0 0,-3 0 0 0 0,-3 0 0 0 0,3 0 0 0 0,0 0 0 0 0,9 0 0 0 0,1 0 0 0 0,8-4 0 0 0,0-3 0 0 0,-5 1 0 0 0,-5-3 0 0 0,-5-1 0 0 0,-4 2 0 0 0,-3 2 0 0 0,-2 2 0 0 0,-1 2 0 0 0,5 1 0 0 0,1-4 0 0 0,9-6 0 0 0,3-1 0 0 0,-2 2 0 0 0,-4 2 0 0 0,-3 3 0 0 0,-3 2 0 0 0,-3 1 0 0 0,-2-3 0 0 0,0-1 0 0 0,-1 0 0 0 0,0 2 0 0 0,5-4 0 0 0,2 0 0 0 0,-1 1 0 0 0,0 2 0 0 0,-2 2 0 0 0,-1 1 0 0 0,-1 1 0 0 0,-1 1 0 0 0,0 0 0 0 0,0 0 0 0 0,0 1 0 0 0,-1-1 0 0 0,6-5 0 0 0,1-1 0 0 0,-1 0 0 0 0,0 2 0 0 0,-2 0 0 0 0,-1 2 0 0 0,4 1 0 0 0,1 0 0 0 0,-2 1 0 0 0,0 0 0 0 0,-2 1 0 0 0,-1-1 0 0 0,-2 0 0 0 0,1 0 0 0 0,-2 0 0 0 0,1 1 0 0 0,0-1 0 0 0,-1 0 0 0 0,1 0 0 0 0,-1 0 0 0 0,1 0 0 0 0,0-1 0 0 0,5 1 0 0 0,1 0 0 0 0,4 0 0 0 0,1 0 0 0 0,-1 0 0 0 0,1 0 0 0 0,5 0 0 0 0,-2 0 0 0 0,-2 0 0 0 0,-3 0 0 0 0,-4 0 0 0 0,2 0 0 0 0,1 0 0 0 0,-3 0 0 0 0,0 0 0 0 0,-3 0 0 0 0,0 0 0 0 0,-2 0 0 0 0,5 0 0 0 0,1 0 0 0 0,-1 0 0 0 0,0 0 0 0 0,-2 0 0 0 0,-2 0 0 0 0,0 0 0 0 0,-1 0 0 0 0,0 0 0 0 0,0 0 0 0 0,4 0 0 0 0,2 0 0 0 0,0 0 0 0 0,-2 0 0 0 0,0 0 0 0 0,-2 0 0 0 0,-1 0 0 0 0,-1 0 0 0 0,0 0 0 0 0,-1 0 0 0 0,1 0 0 0 0,0 0 0 0 0,-1 0 0 0 0,1 0 0 0 0,0 0 0 0 0,-1 0 0 0 0,1 0 0 0 0,0 0 0 0 0,0 0 0 0 0,0 0 0 0 0,0 0 0 0 0,0 0 0 0 0,-1 0 0 0 0,1 0 0 0 0,0 0 0 0 0,0 0 0 0 0,0 0 0 0 0,0 0 0 0 0,0 0 0 0 0,-1 0 0 0 0,1 0 0 0 0,0 0 0 0 0,0 0 0 0 0,0 0 0 0 0,0 0 0 0 0,4 0 0 0 0,2 0 0 0 0,0 0 0 0 0,-1 0 0 0 0,-2 0 0 0 0,-1 0 0 0 0,-1 0 0 0 0,4 0 0 0 0,6 0 0 0 0,6 0 0 0 0,4 0 0 0 0,-1 0 0 0 0,1 0 0 0 0,-3 0 0 0 0,-5 0 0 0 0,-5 0 0 0 0,-3 0 0 0 0,-3 0 0 0 0,3 0 0 0 0,0 0 0 0 0,5 0 0 0 0,0 0 0 0 0,-1 0 0 0 0,-3 0 0 0 0,-2 0 0 0 0,-2 0 0 0 0,-1 0 0 0 0,-1 0 0 0 0,5 0 0 0 0,0 0 0 0 0,6 5 0 0 0,-1 2 0 0 0,-1-1 0 0 0,-2 3 0 0 0,-3 1 0 0 0,3-2 0 0 0,1 3 0 0 0,-2-1 0 0 0,-2-2 0 0 0,-1-2 0 0 0,-6-3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26607 8017 16383 0 0,'0'5'0'0'0,"-4"6"0"0"0,-3 6 0 0 0,1 5 0 0 0,-3 8 0 0 0,-1 8 0 0 0,2 3 0 0 0,-3 4 0 0 0,1-2 0 0 0,2-2 0 0 0,-3 0 0 0 0,2 4 0 0 0,1-2 0 0 0,2 1 0 0 0,-2 3 0 0 0,-5 3 0 0 0,0 3 0 0 0,2 1 0 0 0,3 1 0 0 0,3 1 0 0 0,2 0 0 0 0,2 0 0 0 0,1 0 0 0 0,0 5 0 0 0,1-3 0 0 0,-5 2 0 0 0,-7 1 0 0 0,-6-1 0 0 0,0 4 0 0 0,-2 1 0 0 0,-2 2 0 0 0,-3-4 0 0 0,-1 1 0 0 0,-2-1 0 0 0,4-2 0 0 0,1-1 0 0 0,0-2 0 0 0,3-2 0 0 0,0-4 0 0 0,-1-3 0 0 0,-2 5 0 0 0,3 3 0 0 0,-1-4 0 0 0,-5-1 0 0 0,0 5 0 0 0,1-3 0 0 0,-1-1 0 0 0,-1 0 0 0 0,0 0 0 0 0,-1-4 0 0 0,4-5 0 0 0,6-1 0 0 0,2 1 0 0 0,-2 4 0 0 0,2-3 0 0 0,-2 6 0 0 0,-1 4 0 0 0,-4 1 0 0 0,-2 6 0 0 0,-6 7 0 0 0,-4 10 0 0 0,-4 1 0 0 0,-2 2 0 0 0,2 0 0 0 0,3-3 0 0 0,2-2 0 0 0,7 1 0 0 0,-2 1 0 0 0,-5 1 0 0 0,-2 1 0 0 0,0 7 0 0 0,-3 1 0 0 0,0 6 0 0 0,2 4 0 0 0,-3 1 0 0 0,1 1 0 0 0,-3 4 0 0 0,6-3 0 0 0,4-5 0 0 0,2-3 0 0 0,2-10 0 0 0,-4-4 0 0 0,-12 4 0 0 0,-2 0 0 0 0,-3 11 0 0 0,-4 3 0 0 0,3 4 0 0 0,5 8 0 0 0,6 0 0 0 0,-2-5 0 0 0,8-11 0 0 0,-1-7 0 0 0,0-4 0 0 0,6-7 0 0 0,3-6 0 0 0,-4-7 0 0 0,3-3 0 0 0,0-3 0 0 0,1-2 0 0 0,3-6 0 0 0,2-1 0 0 0,3 1 0 0 0,5 6 0 0 0,-1 3 0 0 0,-3 1 0 0 0,-4 0 0 0 0,2-5 0 0 0,3-3 0 0 0,5-4 0 0 0,-2-2 0 0 0,-3-3 0 0 0,1 0 0 0 0,2-1 0 0 0,-1 1 0 0 0,1-2 0 0 0,2 2 0 0 0,-2 3 0 0 0,2-1 0 0 0,1 6 0 0 0,-2-1 0 0 0,-4-3 0 0 0,0-1 0 0 0,-3-3 0 0 0,3-4 0 0 0,-2 1 0 0 0,-3 3 0 0 0,2 9 0 0 0,4 1 0 0 0,-1 5 0 0 0,3-2 0 0 0,-3 4 0 0 0,2 1 0 0 0,-2 5 0 0 0,2-5 0 0 0,-3-2 0 0 0,-3-1 0 0 0,2-7 0 0 0,3-1 0 0 0,4-5 0 0 0,4-5 0 0 0,2-5 0 0 0,-3-3 0 0 0,-5 3 0 0 0,0 5 0 0 0,1 0 0 0 0,-3-1 0 0 0,-3 2 0 0 0,1-1 0 0 0,3 2 0 0 0,-1 0 0 0 0,-4-4 0 0 0,2 3 0 0 0,3 3 0 0 0,4-1 0 0 0,3 2 0 0 0,-3-2 0 0 0,1-3 0 0 0,1-3 0 0 0,-3 1 0 0 0,0-1 0 0 0,2-1 0 0 0,-3 2 0 0 0,-5 4 0 0 0,1 1 0 0 0,2-3 0 0 0,-1-3 0 0 0,1-3 0 0 0,-1-2 0 0 0,-4-2 0 0 0,1 4 0 0 0,3 1 0 0 0,4 4 0 0 0,4 5 0 0 0,2 0 0 0 0,-3 2 0 0 0,0-1 0 0 0,-4-5 0 0 0,0-3 0 0 0,-4-3 0 0 0,1-3 0 0 0,-1-1 0 0 0,-5-2 0 0 0,-2 5 0 0 0,1 2 0 0 0,5-1 0 0 0,5-1 0 0 0,3-1 0 0 0,4-1 0 0 0,-3-1 0 0 0,-4-1 0 0 0,-7 0 0 0 0,1-1 0 0 0,-2-4 0 0 0,2-1 0 0 0,-1-1 0 0 0,2 2 0 0 0,4 1 0 0 0,0 2 0 0 0,-5 1 0 0 0,2-5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26409 18505 16383 0 0,'5'0'0'0'0,"1"-4"0"0"0,-5-12 0 0 0,-2-7 0 0 0,-7-10 0 0 0,-5-8 0 0 0,-7-12 0 0 0,-3-11 0 0 0,-8-8 0 0 0,-4-7 0 0 0,0-4 0 0 0,1-2 0 0 0,2-5 0 0 0,1-2 0 0 0,6 5 0 0 0,7 8 0 0 0,7 4 0 0 0,1 4 0 0 0,-3 6 0 0 0,-5-2 0 0 0,2 8 0 0 0,3-2 0 0 0,4 0 0 0 0,-1-3 0 0 0,1 4 0 0 0,-3-1 0 0 0,-4-6 0 0 0,1 0 0 0 0,-2 2 0 0 0,-8 2 0 0 0,-3-2 0 0 0,-3-4 0 0 0,-1 0 0 0 0,-3-3 0 0 0,-2 2 0 0 0,2-1 0 0 0,1-4 0 0 0,2 3 0 0 0,7 3 0 0 0,2 9 0 0 0,-4 0 0 0 0,3-3 0 0 0,0-1 0 0 0,-5 1 0 0 0,3-3 0 0 0,0 0 0 0 0,1-2 0 0 0,-1-5 0 0 0,4 1 0 0 0,2-1 0 0 0,-2-3 0 0 0,-5-2 0 0 0,1-3 0 0 0,0 4 0 0 0,1 0 0 0 0,3 4 0 0 0,2 5 0 0 0,-1-1 0 0 0,-2 3 0 0 0,4-2 0 0 0,-1 1 0 0 0,0 3 0 0 0,-3 6 0 0 0,3 1 0 0 0,5-1 0 0 0,0-9 0 0 0,-1-3 0 0 0,-4 2 0 0 0,2 2 0 0 0,-1-2 0 0 0,-1 2 0 0 0,-3 2 0 0 0,-2-2 0 0 0,-1-4 0 0 0,-6-9 0 0 0,-2-1 0 0 0,0 0 0 0 0,0-2 0 0 0,7 4 0 0 0,-1 6 0 0 0,-2 1 0 0 0,1-6 0 0 0,-6 0 0 0 0,5 4 0 0 0,2 4 0 0 0,1 1 0 0 0,0 2 0 0 0,0 2 0 0 0,1 3 0 0 0,-2-2 0 0 0,1-5 0 0 0,0-5 0 0 0,-1 1 0 0 0,5 2 0 0 0,1 5 0 0 0,5 3 0 0 0,0-2 0 0 0,-1 1 0 0 0,2 1 0 0 0,-1 2 0 0 0,2 6 0 0 0,4-1 0 0 0,-1-7 0 0 0,2 4 0 0 0,-3-3 0 0 0,2-6 0 0 0,2 4 0 0 0,2 4 0 0 0,-1-3 0 0 0,0 5 0 0 0,1 2 0 0 0,-3-4 0 0 0,-4 0 0 0 0,0-1 0 0 0,3-9 0 0 0,-2-6 0 0 0,-3-5 0 0 0,-4 1 0 0 0,1 1 0 0 0,0 3 0 0 0,-2 1 0 0 0,-2 3 0 0 0,3 9 0 0 0,4 1 0 0 0,6 6 0 0 0,-1 3 0 0 0,-3 1 0 0 0,1 4 0 0 0,-2 5 0 0 0,-4-4 0 0 0,-2-3 0 0 0,1-4 0 0 0,0 3 0 0 0,-1 5 0 0 0,2 1 0 0 0,5 3 0 0 0,0-6 0 0 0,-2-4 0 0 0,1 2 0 0 0,-1 0 0 0 0,2 3 0 0 0,-2-5 0 0 0,3 2 0 0 0,-2-5 0 0 0,2 2 0 0 0,-2 5 0 0 0,-3 1 0 0 0,2 3 0 0 0,3 1 0 0 0,0-4 0 0 0,-4-2 0 0 0,2 2 0 0 0,-1 4 0 0 0,-3-1 0 0 0,1 3 0 0 0,5 4 0 0 0,4 2 0 0 0,3 3 0 0 0,-1 1 0 0 0,0 2 0 0 0,-4 1 0 0 0,-4-5 0 0 0,0-6 0 0 0,-2-7 0 0 0,-3 1 0 0 0,2 2 0 0 0,4 4 0 0 0,5 3 0 0 0,3 4 0 0 0,3 1 0 0 0,2 2 0 0 0,1 1 0 0 0,-4-1 0 0 0,-1 6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27729 8096 16383 0 0,'-5'0'0'0'0,"3"5"0"0"0,7 11 0 0 0,8 12 0 0 0,0 11 0 0 0,9 8 0 0 0,5 10 0 0 0,2 1 0 0 0,6-1 0 0 0,2 5 0 0 0,4 1 0 0 0,-1-1 0 0 0,4-1 0 0 0,-3-2 0 0 0,3 8 0 0 0,-7 3 0 0 0,0-2 0 0 0,-2-8 0 0 0,-2 1 0 0 0,3 4 0 0 0,0 0 0 0 0,-1-1 0 0 0,-2 7 0 0 0,2 1 0 0 0,1-2 0 0 0,4-3 0 0 0,-1 0 0 0 0,2-1 0 0 0,0-2 0 0 0,-3-3 0 0 0,-3-2 0 0 0,-7-2 0 0 0,-4-6 0 0 0,-2 3 0 0 0,1-3 0 0 0,-4-1 0 0 0,0 1 0 0 0,1-4 0 0 0,-2-5 0 0 0,0 4 0 0 0,1 5 0 0 0,3 2 0 0 0,-2-3 0 0 0,-5 0 0 0 0,-1 0 0 0 0,-1 2 0 0 0,-5 1 0 0 0,-2 6 0 0 0,-3 2 0 0 0,3 10 0 0 0,1 3 0 0 0,-2 6 0 0 0,0 10 0 0 0,-3 4 0 0 0,0 4 0 0 0,-1 4 0 0 0,-1 5 0 0 0,0 7 0 0 0,0 3 0 0 0,-1 1 0 0 0,1 4 0 0 0,0 0 0 0 0,0-1 0 0 0,0 1 0 0 0,0 0 0 0 0,0-2 0 0 0,0-3 0 0 0,0-6 0 0 0,0-14 0 0 0,4-3 0 0 0,3-14 0 0 0,-1-1 0 0 0,3-5 0 0 0,6-9 0 0 0,-1-13 0 0 0,3 1 0 0 0,-2 0 0 0 0,-3-5 0 0 0,0 5 0 0 0,4-3 0 0 0,-1 5 0 0 0,1 7 0 0 0,-2-2 0 0 0,2 3 0 0 0,-2-5 0 0 0,1 2 0 0 0,-2 5 0 0 0,2 6 0 0 0,3 0 0 0 0,3-2 0 0 0,2 1 0 0 0,3-2 0 0 0,1 2 0 0 0,-3 3 0 0 0,-2-1 0 0 0,0 1 0 0 0,7 2 0 0 0,2-1 0 0 0,1 4 0 0 0,0 5 0 0 0,-6 1 0 0 0,2 1 0 0 0,6-4 0 0 0,-2-7 0 0 0,-3-2 0 0 0,-1-3 0 0 0,-6-9 0 0 0,-1-5 0 0 0,0-8 0 0 0,2-6 0 0 0,-4-6 0 0 0,-5-4 0 0 0,-4 7 0 0 0,0 6 0 0 0,4 11 0 0 0,-1 4 0 0 0,6 3 0 0 0,6-1 0 0 0,-2 0 0 0 0,0-2 0 0 0,5-6 0 0 0,-1-3 0 0 0,-2 1 0 0 0,1 0 0 0 0,-5 1 0 0 0,-5-4 0 0 0,-2 0 0 0 0,3-3 0 0 0,-3-6 0 0 0,-2 1 0 0 0,-5 3 0 0 0,2 9 0 0 0,0-1 0 0 0,2 1 0 0 0,0-3 0 0 0,-2-1 0 0 0,2-4 0 0 0,4-9 0 0 0,-1-7 0 0 0,-2-2 0 0 0,-4-1 0 0 0,-2 4 0 0 0,-4 3 0 0 0,4 4 0 0 0,1 7 0 0 0,-2-1 0 0 0,4 4 0 0 0,0-3 0 0 0,4 2 0 0 0,-2 2 0 0 0,-1-2 0 0 0,-3-4 0 0 0,-3-4 0 0 0,-1-4 0 0 0,2 3 0 0 0,2-1 0 0 0,-2-2 0 0 0,4 4 0 0 0,1 0 0 0 0,-3 7 0 0 0,4 7 0 0 0,3-1 0 0 0,1 0 0 0 0,-4-3 0 0 0,3-6 0 0 0,2 1 0 0 0,-1-3 0 0 0,-3-3 0 0 0,1-3 0 0 0,4-7 0 0 0,-2 2 0 0 0,1 0 0 0 0,-1 1 0 0 0,0 0 0 0 0,4-6 0 0 0,-3-1 0 0 0,-3 1 0 0 0,1-5 0 0 0,-2-5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30929 8017 16383 0 0,'-4'0'0'0'0,"-3"5"0"0"0,1 6 0 0 0,-3 6 0 0 0,-1 5 0 0 0,-3-2 0 0 0,1 1 0 0 0,-3 2 0 0 0,2 1 0 0 0,-2 2 0 0 0,1 0 0 0 0,4 2 0 0 0,-2 0 0 0 0,2 0 0 0 0,2 0 0 0 0,-3 0 0 0 0,2 5 0 0 0,1 1 0 0 0,3 0 0 0 0,2-1 0 0 0,-4 3 0 0 0,-4 0 0 0 0,-2 4 0 0 0,3 4 0 0 0,2 0 0 0 0,-2 1 0 0 0,-4-1 0 0 0,0 0 0 0 0,-1 3 0 0 0,-5-2 0 0 0,3 0 0 0 0,-6-2 0 0 0,1-4 0 0 0,0 1 0 0 0,-2-1 0 0 0,4-3 0 0 0,0 2 0 0 0,-1-1 0 0 0,-2 3 0 0 0,4 4 0 0 0,-1-1 0 0 0,-1 2 0 0 0,3 3 0 0 0,0-2 0 0 0,-2-5 0 0 0,-2 6 0 0 0,-3-1 0 0 0,-1-3 0 0 0,4 0 0 0 0,1-2 0 0 0,-2-4 0 0 0,5 2 0 0 0,-1-1 0 0 0,-1 2 0 0 0,3-1 0 0 0,4 3 0 0 0,-1 8 0 0 0,-2 5 0 0 0,-3 3 0 0 0,1-4 0 0 0,4 3 0 0 0,4 6 0 0 0,0-3 0 0 0,1-6 0 0 0,-3 1 0 0 0,1 5 0 0 0,-3 3 0 0 0,-3-6 0 0 0,1-6 0 0 0,-2 1 0 0 0,3 1 0 0 0,4-3 0 0 0,3 4 0 0 0,-1-2 0 0 0,-5 4 0 0 0,2-3 0 0 0,1-1 0 0 0,3 0 0 0 0,-1 6 0 0 0,0 2 0 0 0,2 5 0 0 0,2 11 0 0 0,2 1 0 0 0,-3 3 0 0 0,-6 1 0 0 0,-5 1 0 0 0,0-8 0 0 0,-2-3 0 0 0,3-4 0 0 0,4 1 0 0 0,3-6 0 0 0,0 0 0 0 0,-5-1 0 0 0,-3-1 0 0 0,0-1 0 0 0,3 7 0 0 0,0 8 0 0 0,2-4 0 0 0,-2 4 0 0 0,-3 5 0 0 0,1 7 0 0 0,-1 3 0 0 0,-8 1 0 0 0,-3 0 0 0 0,2-2 0 0 0,1-2 0 0 0,-5-5 0 0 0,3-3 0 0 0,2 0 0 0 0,4-9 0 0 0,1-2 0 0 0,0-7 0 0 0,3-5 0 0 0,4-2 0 0 0,5-1 0 0 0,3 1 0 0 0,-2 0 0 0 0,-4 6 0 0 0,-1-3 0 0 0,2-1 0 0 0,-2-1 0 0 0,1-4 0 0 0,2 3 0 0 0,3 2 0 0 0,-3 1 0 0 0,-4 1 0 0 0,1-5 0 0 0,1-1 0 0 0,-2 4 0 0 0,2 2 0 0 0,2 2 0 0 0,3-5 0 0 0,-2-2 0 0 0,-5-1 0 0 0,0 1 0 0 0,-3-4 0 0 0,2-5 0 0 0,3 4 0 0 0,-1 8 0 0 0,1 0 0 0 0,-2 4 0 0 0,1 3 0 0 0,-2-1 0 0 0,-4 3 0 0 0,2-3 0 0 0,3 1 0 0 0,4 0 0 0 0,4-6 0 0 0,-3-3 0 0 0,1-6 0 0 0,1-6 0 0 0,-3 0 0 0 0,-5 2 0 0 0,1 3 0 0 0,1 3 0 0 0,4 3 0 0 0,-2 7 0 0 0,1-2 0 0 0,-3-1 0 0 0,0-6 0 0 0,3-1 0 0 0,3-5 0 0 0,-3-5 0 0 0,1-4 0 0 0,1-4 0 0 0,-3 3 0 0 0,-4 10 0 0 0,0 1 0 0 0,3 4 0 0 0,-2-3 0 0 0,1-4 0 0 0,-2-4 0 0 0,2-4 0 0 0,-2-4 0 0 0,1-1 0 0 0,3-1 0 0 0,-2-1 0 0 0,2 0 0 0 0,-3 0 0 0 0,-3 5 0 0 0,0 2 0 0 0,4-1 0 0 0,-7 0 0 0 0,1-2 0 0 0,3-1 0 0 0,0-1 0 0 0,-3-1 0 0 0,2 0 0 0 0,3 5 0 0 0,0-4 0 0 0,2-2 0 0 0,2 0 0 0 0,4-1 0 0 0,-3 0 0 0 0,-5 1 0 0 0,1 5 0 0 0,-4-3 0 0 0,-3-2 0 0 0,2 0 0 0 0,-1 4 0 0 0,-3 7 0 0 0,-2-4 0 0 0,3-2 0 0 0,5-2 0 0 0,0 3 0 0 0,-2 1 0 0 0,2-1 0 0 0,-2-1 0 0 0,-2-1 0 0 0,2-1 0 0 0,4 3 0 0 0,-5 1 0 0 0,0 0 0 0 0,-2-1 0 0 0,3 3 0 0 0,0-5 0 0 0,-2-3 0 0 0,1-1 0 0 0,0 0 0 0 0,3-1 0 0 0,-1 5 0 0 0,-2-2 0 0 0,1-2 0 0 0,0 4 0 0 0,2 1 0 0 0,4-4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23521 7066 16383 0 0,'0'-4'0'0'0,"5"-3"0"0"0,11-3 0 0 0,7-2 0 0 0,15-2 0 0 0,9-4 0 0 0,12 1 0 0 0,5 4 0 0 0,5-1 0 0 0,-3 2 0 0 0,0-2 0 0 0,-5 2 0 0 0,0-3 0 0 0,5 3 0 0 0,4-3 0 0 0,-4 2 0 0 0,-4 3 0 0 0,-3-1 0 0 0,-7 0 0 0 0,-3 3 0 0 0,0 3 0 0 0,1-3 0 0 0,6-5 0 0 0,8-4 0 0 0,3 0 0 0 0,3 3 0 0 0,0 4 0 0 0,7-1 0 0 0,5-4 0 0 0,-3-3 0 0 0,-5 1 0 0 0,-10 3 0 0 0,-7 4 0 0 0,-8 4 0 0 0,2-2 0 0 0,-3 1 0 0 0,-6 1 0 0 0,-4 2 0 0 0,1-4 0 0 0,-3 1 0 0 0,8-5 0 0 0,6 1 0 0 0,-1 2 0 0 0,0-2 0 0 0,-3 0 0 0 0,-4 3 0 0 0,-6-3 0 0 0,-3 1 0 0 0,2 3 0 0 0,0-4 0 0 0,3-3 0 0 0,0 0 0 0 0,-2 2 0 0 0,-2 4 0 0 0,3 3 0 0 0,-1-3 0 0 0,-1 1 0 0 0,3-4 0 0 0,4 0 0 0 0,4-2 0 0 0,5-5 0 0 0,-3 2 0 0 0,10-2 0 0 0,0 3 0 0 0,0 3 0 0 0,-6 4 0 0 0,-2-1 0 0 0,0-4 0 0 0,-4-5 0 0 0,-5 1 0 0 0,5 4 0 0 0,4-2 0 0 0,3-2 0 0 0,-3 2 0 0 0,-5-2 0 0 0,-5 2 0 0 0,-6 4 0 0 0,2-1 0 0 0,-5-3 0 0 0,1 0 0 0 0,0-1 0 0 0,4-3 0 0 0,1 2 0 0 0,-2 4 0 0 0,-1 3 0 0 0,-3 0 0 0 0,-5-4 0 0 0,1 1 0 0 0,1 2 0 0 0,1-1 0 0 0,-5 1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23521 5874 16383 0 0,'5'4'0'0'0,"11"3"0"0"0,17-1 0 0 0,7-1 0 0 0,12 3 0 0 0,6 5 0 0 0,2 0 0 0 0,6 3 0 0 0,-3-1 0 0 0,0-4 0 0 0,-4-3 0 0 0,-4 2 0 0 0,-5-2 0 0 0,2 4 0 0 0,6 4 0 0 0,-1-1 0 0 0,-6-3 0 0 0,2 2 0 0 0,3-2 0 0 0,5 1 0 0 0,-3 0 0 0 0,-7 1 0 0 0,-2-1 0 0 0,5 1 0 0 0,7 4 0 0 0,-2-2 0 0 0,-6-3 0 0 0,-3-4 0 0 0,-5-3 0 0 0,-6-4 0 0 0,1 4 0 0 0,2 5 0 0 0,-1 1 0 0 0,3-2 0 0 0,6-3 0 0 0,11 3 0 0 0,-1-1 0 0 0,-7-1 0 0 0,3 2 0 0 0,-3-1 0 0 0,-7-1 0 0 0,-6 2 0 0 0,0 0 0 0 0,2 2 0 0 0,8 5 0 0 0,1-1 0 0 0,1-4 0 0 0,1-3 0 0 0,-4-3 0 0 0,-5-3 0 0 0,-6 3 0 0 0,1 5 0 0 0,-2 1 0 0 0,7-2 0 0 0,0-3 0 0 0,3-2 0 0 0,8 3 0 0 0,-2 0 0 0 0,1-2 0 0 0,0 3 0 0 0,0 1 0 0 0,1 2 0 0 0,0 0 0 0 0,0-3 0 0 0,6 3 0 0 0,-4-2 0 0 0,3 3 0 0 0,-4-1 0 0 0,-1 3 0 0 0,-7-2 0 0 0,-6-3 0 0 0,-5-3 0 0 0,0-3 0 0 0,4 3 0 0 0,-1 0 0 0 0,2 3 0 0 0,-1 1 0 0 0,3-2 0 0 0,-3-3 0 0 0,2 3 0 0 0,-2-1 0 0 0,-3-1 0 0 0,2 3 0 0 0,-2 0 0 0 0,-2-3 0 0 0,2 4 0 0 0,-1-2 0 0 0,3 4 0 0 0,0-1 0 0 0,-3-3 0 0 0,-3-2 0 0 0,-2-3 0 0 0,-2 3 0 0 0,-1 0 0 0 0,-1 4 0 0 0,-1 0 0 0 0,0-2 0 0 0,-4-3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34502 5609 16383 0 0,'9'0'0'0'0,"8"5"0"0"0,11 6 0 0 0,10 6 0 0 0,13 0 0 0 0,11 2 0 0 0,10 7 0 0 0,7 4 0 0 0,9-3 0 0 0,3-1 0 0 0,-8-6 0 0 0,-5-1 0 0 0,-11-3 0 0 0,-11-1 0 0 0,-7-2 0 0 0,-6 1 0 0 0,-6-1 0 0 0,0-4 0 0 0,4 2 0 0 0,-2-1 0 0 0,4-2 0 0 0,-2-3 0 0 0,-3-2 0 0 0,7 4 0 0 0,4 4 0 0 0,0 1 0 0 0,0 4 0 0 0,-4-2 0 0 0,1-3 0 0 0,2-3 0 0 0,-3-4 0 0 0,0-1 0 0 0,3-2 0 0 0,2-1 0 0 0,-3-1 0 0 0,-4 1 0 0 0,-5-1 0 0 0,5 1 0 0 0,1-1 0 0 0,-4 1 0 0 0,7 5 0 0 0,9 6 0 0 0,5 6 0 0 0,1 0 0 0 0,-5-3 0 0 0,-8-3 0 0 0,-7-5 0 0 0,-1 3 0 0 0,-4-1 0 0 0,-2-2 0 0 0,2 3 0 0 0,-1 0 0 0 0,3-2 0 0 0,0-1 0 0 0,-2-3 0 0 0,-3-1 0 0 0,3 4 0 0 0,4 0 0 0 0,9 5 0 0 0,2-1 0 0 0,5-1 0 0 0,-2-2 0 0 0,-5-3 0 0 0,-3 3 0 0 0,-3 1 0 0 0,-5-2 0 0 0,4 3 0 0 0,1 5 0 0 0,-3 0 0 0 0,1-2 0 0 0,-1-4 0 0 0,1 3 0 0 0,-2-2 0 0 0,2 3 0 0 0,-1-1 0 0 0,-3-2 0 0 0,-4-2 0 0 0,3 1 0 0 0,-1 1 0 0 0,3 2 0 0 0,0 0 0 0 0,-2-2 0 0 0,2-2 0 0 0,-1-3 0 0 0,7 3 0 0 0,2 0 0 0 0,5 4 0 0 0,5 4 0 0 0,1 1 0 0 0,-3-4 0 0 0,-8-3 0 0 0,-6-3 0 0 0,-1 2 0 0 0,-3-1 0 0 0,3-1 0 0 0,-2-1 0 0 0,-2-2 0 0 0,-2-2 0 0 0,-3 4 0 0 0,-1 7 0 0 0,-2 0 0 0 0,-5-2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39107 5609 16383 0 0,'-5'5'0'0'0,"-6"1"0"0"0,-11 5 0 0 0,-11 5 0 0 0,-4 4 0 0 0,-6 4 0 0 0,-5 3 0 0 0,-4 5 0 0 0,-2 3 0 0 0,-2 0 0 0 0,4-1 0 0 0,2-2 0 0 0,-1-2 0 0 0,-1 4 0 0 0,0-4 0 0 0,-2-2 0 0 0,-1-1 0 0 0,4-6 0 0 0,-3-1 0 0 0,3 1 0 0 0,0-4 0 0 0,0 1 0 0 0,-6 6 0 0 0,-3-1 0 0 0,0 1 0 0 0,0 0 0 0 0,1 2 0 0 0,1-4 0 0 0,6-2 0 0 0,2 2 0 0 0,0-4 0 0 0,-1-4 0 0 0,-1-5 0 0 0,3-4 0 0 0,1 2 0 0 0,-1-1 0 0 0,-2 0 0 0 0,-1 3 0 0 0,3 4 0 0 0,-5 1 0 0 0,3-3 0 0 0,-4 2 0 0 0,2-1 0 0 0,6-3 0 0 0,0 2 0 0 0,5-1 0 0 0,4-2 0 0 0,4-3 0 0 0,-2-2 0 0 0,1 4 0 0 0,1 4 0 0 0,2 1 0 0 0,-3-1 0 0 0,-10 2 0 0 0,-2-2 0 0 0,-7-2 0 0 0,-4-3 0 0 0,-2-2 0 0 0,1-2 0 0 0,-1-2 0 0 0,2 5 0 0 0,1 6 0 0 0,-4 0 0 0 0,-2 0 0 0 0,-3 1 0 0 0,4 0 0 0 0,3-3 0 0 0,-2-3 0 0 0,-1 3 0 0 0,1-1 0 0 0,2 4 0 0 0,5-1 0 0 0,8-2 0 0 0,2-3 0 0 0,4-2 0 0 0,4-2 0 0 0,-7 4 0 0 0,1 0 0 0 0,1 5 0 0 0,4 0 0 0 0,3-3 0 0 0,-2-1 0 0 0,0-3 0 0 0,2-1 0 0 0,1 3 0 0 0,3 0 0 0 0,0 0 0 0 0,2-2 0 0 0,0-1 0 0 0,0-1 0 0 0,6-1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34475 11902 16383 0 0,'5'-4'0'0'0,"11"-3"0"0"0,12-3 0 0 0,6-6 0 0 0,7 0 0 0 0,6-6 0 0 0,-1-5 0 0 0,2-2 0 0 0,-3-1 0 0 0,-4 4 0 0 0,-4 3 0 0 0,-4-5 0 0 0,-3 2 0 0 0,-2-3 0 0 0,0-2 0 0 0,-6-1 0 0 0,-1 1 0 0 0,0 1 0 0 0,1 6 0 0 0,-2 1 0 0 0,-1 6 0 0 0,1-5 0 0 0,3-3 0 0 0,1-1 0 0 0,-3-2 0 0 0,0 4 0 0 0,-4 1 0 0 0,0 1 0 0 0,2-7 0 0 0,-3-2 0 0 0,2-6 0 0 0,1-5 0 0 0,-2-1 0 0 0,1 2 0 0 0,2 3 0 0 0,3-1 0 0 0,1 2 0 0 0,-2-3 0 0 0,-2 0 0 0 0,2 3 0 0 0,-3-6 0 0 0,-1-2 0 0 0,3 8 0 0 0,-4 0 0 0 0,6 2 0 0 0,-2 3 0 0 0,1 1 0 0 0,1 1 0 0 0,-3 2 0 0 0,-5-5 0 0 0,-1-6 0 0 0,3 0 0 0 0,-2 0 0 0 0,6-1 0 0 0,-1 0 0 0 0,6-1 0 0 0,3-5 0 0 0,-3-2 0 0 0,-1 1 0 0 0,-1-1 0 0 0,-4 4 0 0 0,0 3 0 0 0,0 1 0 0 0,3 1 0 0 0,1-2 0 0 0,1-3 0 0 0,7 1 0 0 0,6 3 0 0 0,3 4 0 0 0,-2 3 0 0 0,-8 2 0 0 0,2-3 0 0 0,-2 0 0 0 0,5 1 0 0 0,5-4 0 0 0,0-4 0 0 0,-2 4 0 0 0,-3 3 0 0 0,-7-1 0 0 0,-4 1 0 0 0,-2 0 0 0 0,-4 2 0 0 0,-2 7 0 0 0,-2-3 0 0 0,5-1 0 0 0,3 0 0 0 0,4 5 0 0 0,-4 1 0 0 0,0 1 0 0 0,-5-2 0 0 0,0 4 0 0 0,1 1 0 0 0,-2-2 0 0 0,0-1 0 0 0,2-3 0 0 0,-1 0 0 0 0,0-2 0 0 0,-3-1 0 0 0,1 0 0 0 0,-3 0 0 0 0,2-5 0 0 0,3-2 0 0 0,-2-4 0 0 0,2-4 0 0 0,1 4 0 0 0,-1 4 0 0 0,0-1 0 0 0,2 1 0 0 0,-2 1 0 0 0,-5-3 0 0 0,1 5 0 0 0,-2 4 0 0 0,1 5 0 0 0,4-2 0 0 0,-2-1 0 0 0,-3-2 0 0 0,2 0 0 0 0,2-5 0 0 0,4 3 0 0 0,-2 2 0 0 0,-4 1 0 0 0,-4-5 0 0 0,1 4 0 0 0,-2 1 0 0 0,3-3 0 0 0,4-3 0 0 0,-1-4 0 0 0,2 4 0 0 0,2 3 0 0 0,-1-3 0 0 0,0 4 0 0 0,-2 7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34529 7726 16383 0 0,'-5'0'0'0'0,"-1"5"0"0"0,4 10 0 0 0,4 9 0 0 0,10 8 0 0 0,3 5 0 0 0,9 4 0 0 0,5 6 0 0 0,6 4 0 0 0,3-3 0 0 0,0 2 0 0 0,-3 0 0 0 0,-2-3 0 0 0,-2 0 0 0 0,-1-3 0 0 0,-6-5 0 0 0,2-4 0 0 0,-3-3 0 0 0,-1 2 0 0 0,1-4 0 0 0,1 2 0 0 0,1 5 0 0 0,-3 5 0 0 0,3 1 0 0 0,3 3 0 0 0,6 7 0 0 0,7 4 0 0 0,0-3 0 0 0,4 4 0 0 0,-2-3 0 0 0,-8-2 0 0 0,-5 0 0 0 0,-3 0 0 0 0,4-4 0 0 0,0-1 0 0 0,1-4 0 0 0,-1 0 0 0 0,-1 3 0 0 0,4 1 0 0 0,1-1 0 0 0,4 4 0 0 0,0 0 0 0 0,-2-1 0 0 0,-2 2 0 0 0,2 0 0 0 0,0-3 0 0 0,2 4 0 0 0,0-2 0 0 0,-2-5 0 0 0,-2-1 0 0 0,-3-8 0 0 0,-7-1 0 0 0,-3-2 0 0 0,0-2 0 0 0,1-1 0 0 0,1-2 0 0 0,6 4 0 0 0,-2 1 0 0 0,-2 0 0 0 0,1 3 0 0 0,-5 0 0 0 0,-2-1 0 0 0,1-7 0 0 0,-3 1 0 0 0,0 0 0 0 0,2 5 0 0 0,1 0 0 0 0,-1 0 0 0 0,-1 3 0 0 0,2 0 0 0 0,-3-2 0 0 0,1-2 0 0 0,-4 2 0 0 0,1 1 0 0 0,-2-3 0 0 0,1 4 0 0 0,-3-1 0 0 0,-2-1 0 0 0,1 2 0 0 0,4-5 0 0 0,-1 1 0 0 0,2 4 0 0 0,3-3 0 0 0,-1 0 0 0 0,0 0 0 0 0,2 3 0 0 0,-2 0 0 0 0,-4-1 0 0 0,0 6 0 0 0,2-3 0 0 0,-1 0 0 0 0,2-6 0 0 0,-3-4 0 0 0,1-8 0 0 0,-1-2 0 0 0,1 0 0 0 0,3 1 0 0 0,-2 7 0 0 0,2 3 0 0 0,1 1 0 0 0,4 0 0 0 0,6 4 0 0 0,4 1 0 0 0,-5-2 0 0 0,-1-2 0 0 0,-2-1 0 0 0,1-7 0 0 0,-5-2 0 0 0,0-6 0 0 0,4 0 0 0 0,4 1 0 0 0,1-2 0 0 0,1-5 0 0 0,-6-3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36539 17110 16383 0 0,'0'-5'0'0'0,"9"-6"0"0"0,13-6 0 0 0,8 0 0 0 0,12-7 0 0 0,9-4 0 0 0,5-1 0 0 0,-2-2 0 0 0,4-4 0 0 0,1-1 0 0 0,-4-4 0 0 0,-2 0 0 0 0,-6 2 0 0 0,-1 3 0 0 0,-8-2 0 0 0,-6 0 0 0 0,-9 2 0 0 0,-3-2 0 0 0,-5 0 0 0 0,0 1 0 0 0,-3 3 0 0 0,1-3 0 0 0,8 0 0 0 0,5-4 0 0 0,3 1 0 0 0,2 2 0 0 0,-1-2 0 0 0,-4-4 0 0 0,-3 1 0 0 0,0-3 0 0 0,-4-2 0 0 0,-1 6 0 0 0,2 6 0 0 0,-3 4 0 0 0,-4 2 0 0 0,5-3 0 0 0,4 0 0 0 0,3-1 0 0 0,3 1 0 0 0,0 2 0 0 0,6-4 0 0 0,1-1 0 0 0,9-4 0 0 0,2-5 0 0 0,-2 1 0 0 0,-4-2 0 0 0,0 1 0 0 0,-5 4 0 0 0,-6 0 0 0 0,-1 1 0 0 0,-2-2 0 0 0,0 1 0 0 0,-5 3 0 0 0,4-2 0 0 0,2-3 0 0 0,-3 0 0 0 0,-1-2 0 0 0,0 1 0 0 0,-4 4 0 0 0,0 4 0 0 0,-4 2 0 0 0,1-1 0 0 0,7-1 0 0 0,-1 1 0 0 0,2-3 0 0 0,0 1 0 0 0,1-5 0 0 0,2 2 0 0 0,-5 1 0 0 0,0-1 0 0 0,0 1 0 0 0,-4 1 0 0 0,1-1 0 0 0,0 0 0 0 0,3-2 0 0 0,-2 0 0 0 0,-1-6 0 0 0,2-1 0 0 0,-3-2 0 0 0,1-2 0 0 0,1-1 0 0 0,-3 3 0 0 0,1 0 0 0 0,2-6 0 0 0,3-2 0 0 0,1 3 0 0 0,2 2 0 0 0,-4 4 0 0 0,0 6 0 0 0,0 1 0 0 0,1 2 0 0 0,2 9 0 0 0,-3-2 0 0 0,-2 2 0 0 0,-3 0 0 0 0,0 0 0 0 0,1 2 0 0 0,-1-1 0 0 0,5 1 0 0 0,-1 1 0 0 0,1-1 0 0 0,-4 0 0 0 0,0-4 0 0 0,2 2 0 0 0,2 3 0 0 0,2-5 0 0 0,2 4 0 0 0,6 2 0 0 0,2 1 0 0 0,0 4 0 0 0,-6 1 0 0 0,-2 4 0 0 0,-7 5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36539 12938 16383 0 0,'5'0'0'0'0,"6"5"0"0"0,10 11 0 0 0,12 7 0 0 0,5 10 0 0 0,10 3 0 0 0,1 1 0 0 0,3 3 0 0 0,-4 0 0 0 0,-5-2 0 0 0,-4-3 0 0 0,-6 2 0 0 0,3-1 0 0 0,-1 4 0 0 0,-2-1 0 0 0,-1-2 0 0 0,-2 2 0 0 0,4-1 0 0 0,-4 3 0 0 0,-3-1 0 0 0,0-3 0 0 0,4 7 0 0 0,1 0 0 0 0,-4 3 0 0 0,2 2 0 0 0,1 3 0 0 0,5-3 0 0 0,1 0 0 0 0,-2 0 0 0 0,-1 3 0 0 0,-2-4 0 0 0,-2 4 0 0 0,-1-1 0 0 0,-1-1 0 0 0,0 1 0 0 0,-5 2 0 0 0,3 0 0 0 0,2 2 0 0 0,0 0 0 0 0,1-4 0 0 0,0-2 0 0 0,5 1 0 0 0,-4-3 0 0 0,-2-6 0 0 0,-6-4 0 0 0,-2-5 0 0 0,1 3 0 0 0,-4 0 0 0 0,1-2 0 0 0,1-6 0 0 0,-2-3 0 0 0,-4-1 0 0 0,0 1 0 0 0,3 0 0 0 0,3 7 0 0 0,4 6 0 0 0,2 2 0 0 0,-3 0 0 0 0,0-3 0 0 0,0-7 0 0 0,2-4 0 0 0,1 3 0 0 0,-4 2 0 0 0,-5 5 0 0 0,-1 2 0 0 0,3-6 0 0 0,-3 1 0 0 0,1 0 0 0 0,-2 0 0 0 0,1-2 0 0 0,3 0 0 0 0,-1 3 0 0 0,5 11 0 0 0,4 8 0 0 0,12 3 0 0 0,4 3 0 0 0,4 5 0 0 0,0 2 0 0 0,0-1 0 0 0,-6-6 0 0 0,-6-9 0 0 0,-5-8 0 0 0,-6-6 0 0 0,-2-4 0 0 0,-6-3 0 0 0,-4-1 0 0 0,0-1 0 0 0,3-4 0 0 0,-1-2 0 0 0,2 1 0 0 0,4 1 0 0 0,2-2 0 0 0,3-1 0 0 0,3-3 0 0 0,-5 0 0 0 0,0-2 0 0 0,-4 1 0 0 0,-1 2 0 0 0,2-1 0 0 0,3 1 0 0 0,1 3 0 0 0,3 2 0 0 0,0-2 0 0 0,-3 0 0 0 0,-1-3 0 0 0,5-1 0 0 0,3 3 0 0 0,1-2 0 0 0,-5 0 0 0 0,-2-2 0 0 0,-5 1 0 0 0,-2-2 0 0 0,3 0 0 0 0,1 4 0 0 0,2 3 0 0 0,7 3 0 0 0,-2-3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38391 11862 16383 0 0,'5'-5'0'0'0,"11"-1"0"0"0,12-10 0 0 0,11-6 0 0 0,12-9 0 0 0,4-4 0 0 0,1-11 0 0 0,0-6 0 0 0,-4-4 0 0 0,-2-2 0 0 0,-9-1 0 0 0,-2 5 0 0 0,-3 3 0 0 0,-3-1 0 0 0,-2 1 0 0 0,-7 3 0 0 0,-2 0 0 0 0,-1 4 0 0 0,-3 5 0 0 0,0 9 0 0 0,1 4 0 0 0,-2-6 0 0 0,0-4 0 0 0,3 0 0 0 0,-3-3 0 0 0,1 0 0 0 0,2-3 0 0 0,-3-4 0 0 0,1 2 0 0 0,-2 3 0 0 0,0-1 0 0 0,2-2 0 0 0,-1 1 0 0 0,0 3 0 0 0,3-1 0 0 0,-3 2 0 0 0,6-2 0 0 0,-1 1 0 0 0,5-2 0 0 0,2-3 0 0 0,2 1 0 0 0,0 3 0 0 0,-6 0 0 0 0,3 1 0 0 0,-3-1 0 0 0,-2 5 0 0 0,1 5 0 0 0,-5-2 0 0 0,1-4 0 0 0,0-7 0 0 0,-3-4 0 0 0,1 6 0 0 0,-3 5 0 0 0,1-1 0 0 0,-3 2 0 0 0,2-3 0 0 0,2 1 0 0 0,0 2 0 0 0,5-3 0 0 0,-1 1 0 0 0,1-2 0 0 0,1 0 0 0 0,2 3 0 0 0,1-2 0 0 0,1 0 0 0 0,-4 3 0 0 0,-1-2 0 0 0,0 5 0 0 0,-4-1 0 0 0,1 1 0 0 0,0 0 0 0 0,8-2 0 0 0,4-2 0 0 0,5-2 0 0 0,2 0 0 0 0,-1 1 0 0 0,-2 4 0 0 0,-2 1 0 0 0,3 8 0 0 0,-1 3 0 0 0,0 0 0 0 0,2-1 0 0 0,0-1 0 0 0,-1 4 0 0 0,-3 0 0 0 0,-1-2 0 0 0,2 0 0 0 0,1-3 0 0 0,-1-1 0 0 0,-2-1 0 0 0,-1 4 0 0 0,-1 2 0 0 0,-6-2 0 0 0,2 0 0 0 0,2-2 0 0 0,1-1 0 0 0,0 4 0 0 0,-5 1 0 0 0,-1 4 0 0 0,-1-5 0 0 0,-3-3 0 0 0,4-2 0 0 0,3-6 0 0 0,6 3 0 0 0,-1 1 0 0 0,-3 6 0 0 0,0-2 0 0 0,0-3 0 0 0,-1 0 0 0 0,0-5 0 0 0,-9 2 0 0 0,-8 8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38418 7753 16383 0 0,'4'-5'0'0'0,"7"-1"0"0"0,6 5 0 0 0,15 7 0 0 0,6 7 0 0 0,6 12 0 0 0,5 5 0 0 0,4 8 0 0 0,-2 2 0 0 0,-1-1 0 0 0,-4 2 0 0 0,0-1 0 0 0,-4 2 0 0 0,-3-1 0 0 0,0 1 0 0 0,-1 4 0 0 0,7-2 0 0 0,0 2 0 0 0,-2-3 0 0 0,-4 1 0 0 0,1 2 0 0 0,-2 4 0 0 0,2 1 0 0 0,-5 3 0 0 0,-4 6 0 0 0,1 2 0 0 0,2 0 0 0 0,-2-1 0 0 0,-6-1 0 0 0,-2-2 0 0 0,-1-1 0 0 0,1-5 0 0 0,-4-3 0 0 0,-1-4 0 0 0,2-1 0 0 0,-4 2 0 0 0,1 3 0 0 0,2-3 0 0 0,2 5 0 0 0,2 0 0 0 0,2-1 0 0 0,1 1 0 0 0,5 6 0 0 0,-2 4 0 0 0,-2-1 0 0 0,4 0 0 0 0,1 4 0 0 0,5 1 0 0 0,0-2 0 0 0,-2-7 0 0 0,-6-8 0 0 0,-4-7 0 0 0,-2-6 0 0 0,-4-4 0 0 0,-2-3 0 0 0,-3-2 0 0 0,0 1 0 0 0,7-1 0 0 0,0 1 0 0 0,1 4 0 0 0,2 3 0 0 0,-5-1 0 0 0,0 0 0 0 0,-3-2 0 0 0,-1-1 0 0 0,3 4 0 0 0,2 1 0 0 0,-2-1 0 0 0,0-2 0 0 0,2-1 0 0 0,-3-1 0 0 0,1-1 0 0 0,-4-1 0 0 0,1 0 0 0 0,2-5 0 0 0,-1-2 0 0 0,0 0 0 0 0,-2 2 0 0 0,1 6 0 0 0,2 3 0 0 0,4 6 0 0 0,1 5 0 0 0,3 0 0 0 0,-3-2 0 0 0,-2-3 0 0 0,1-4 0 0 0,2-2 0 0 0,-4-3 0 0 0,0-1 0 0 0,-4 0 0 0 0,1-6 0 0 0,1-1 0 0 0,-1 0 0 0 0,0 2 0 0 0,2 1 0 0 0,3 1 0 0 0,-2 7 0 0 0,0-3 0 0 0,-4-2 0 0 0,1-5 0 0 0,2-1 0 0 0,-3 0 0 0 0,2 1 0 0 0,-3 2 0 0 0,0-4 0 0 0,4 1 0 0 0,-3 0 0 0 0,-3 2 0 0 0,0 2 0 0 0,-1 5 0 0 0,1-1 0 0 0,4-2 0 0 0,-2 0 0 0 0,-2 0 0 0 0,-5 0 0 0 0,-2 0 0 0 0,-4 0 0 0 0,-1 1 0 0 0,-1-5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34422 18471 16383 0 0,'5'0'0'0'0,"6"0"0"0"0,6 0 0 0 0,5 0 0 0 0,3 0 0 0 0,7 0 0 0 0,3 0 0 0 0,0 0 0 0 0,-1 0 0 0 0,3 0 0 0 0,5-5 0 0 0,0-1 0 0 0,-3 0 0 0 0,-2 1 0 0 0,1 1 0 0 0,3-2 0 0 0,6-2 0 0 0,-2 2 0 0 0,1 1 0 0 0,-2 2 0 0 0,-4 1 0 0 0,1 1 0 0 0,2 1 0 0 0,5 0 0 0 0,-3 0 0 0 0,2 0 0 0 0,-4 1 0 0 0,2-1 0 0 0,-3 0 0 0 0,-4 0 0 0 0,-3 0 0 0 0,-3 0 0 0 0,-3 0 0 0 0,0 0 0 0 0,-2 0 0 0 0,0 0 0 0 0,0 0 0 0 0,1 0 0 0 0,-1 0 0 0 0,1 0 0 0 0,-1 0 0 0 0,1 0 0 0 0,0 0 0 0 0,0 0 0 0 0,0 0 0 0 0,0 0 0 0 0,-1 0 0 0 0,6 0 0 0 0,6 0 0 0 0,11 5 0 0 0,1 6 0 0 0,-3 1 0 0 0,0-1 0 0 0,-4-3 0 0 0,1 3 0 0 0,-4-2 0 0 0,-3-1 0 0 0,1 2 0 0 0,-1-1 0 0 0,-2-1 0 0 0,1-3 0 0 0,1 4 0 0 0,-3-1 0 0 0,3 3 0 0 0,4 0 0 0 0,0-2 0 0 0,-3-2 0 0 0,-3-3 0 0 0,7-2 0 0 0,0-1 0 0 0,-2-1 0 0 0,-3 0 0 0 0,-4 0 0 0 0,-2-1 0 0 0,2 1 0 0 0,0-1 0 0 0,5 1 0 0 0,-1 0 0 0 0,3 0 0 0 0,0 0 0 0 0,2 0 0 0 0,-2 0 0 0 0,2 0 0 0 0,-2 0 0 0 0,2 0 0 0 0,-2 0 0 0 0,2 5 0 0 0,3 1 0 0 0,3 0 0 0 0,-2-1 0 0 0,-5-2 0 0 0,1 0 0 0 0,2-2 0 0 0,-2-1 0 0 0,2 0 0 0 0,-3 0 0 0 0,2 0 0 0 0,-3 0 0 0 0,-3-1 0 0 0,-3-4 0 0 0,-4-1 0 0 0,-1 0 0 0 0,-2 1 0 0 0,5-3 0 0 0,0-1 0 0 0,5 2 0 0 0,1 2 0 0 0,-3 2 0 0 0,4-4 0 0 0,-2-5 0 0 0,-1 0 0 0 0,1 1 0 0 0,5 3 0 0 0,-1 3 0 0 0,2 2 0 0 0,-2-3 0 0 0,-3-1 0 0 0,2-3 0 0 0,-3-1 0 0 0,3 2 0 0 0,-1 3 0 0 0,2 1 0 0 0,3-2 0 0 0,-1 0 0 0 0,-3 1 0 0 0,0 1 0 0 0,-1 2 0 0 0,-4 2 0 0 0,3 0 0 0 0,8 1 0 0 0,1 0 0 0 0,-3 0 0 0 0,-4 0 0 0 0,0 1 0 0 0,-2-1 0 0 0,-3 0 0 0 0,-3 0 0 0 0,-2 0 0 0 0,-2 0 0 0 0,-1 0 0 0 0,0 0 0 0 0,-1 0 0 0 0,0 0 0 0 0,5 0 0 0 0,2 0 0 0 0,0 0 0 0 0,-2 0 0 0 0,0 0 0 0 0,-2 0 0 0 0,-1 0 0 0 0,-1 0 0 0 0,0 0 0 0 0,4 0 0 0 0,2 0 0 0 0,0 0 0 0 0,-2 0 0 0 0,-1 0 0 0 0,-1 0 0 0 0,-1 0 0 0 0,-1 0 0 0 0,5 0 0 0 0,1 0 0 0 0,4 0 0 0 0,1 0 0 0 0,3 0 0 0 0,-1 0 0 0 0,2 0 0 0 0,-1 0 0 0 0,1 0 0 0 0,-2 0 0 0 0,-3 0 0 0 0,-3 0 0 0 0,-3 0 0 0 0,-2 0 0 0 0,-2 0 0 0 0,5 0 0 0 0,0 0 0 0 0,0 0 0 0 0,0 0 0 0 0,-3 0 0 0 0,0 0 0 0 0,-1 0 0 0 0,-1 0 0 0 0,0 0 0 0 0,0 0 0 0 0,-1 0 0 0 0,1 0 0 0 0,-1 0 0 0 0,1 0 0 0 0,0 0 0 0 0,0 0 0 0 0,0 0 0 0 0,-1 0 0 0 0,1 0 0 0 0,5 5 0 0 0,1 1 0 0 0,5 5 0 0 0,-5 0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12383 4551 16383 0 0,'0'0'0'0'0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12383 4551 16383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20558 5826 16383 0 0,'5'0'0'0'0,"6"0"0"0"0,6-4 0 0 0,5-3 0 0 0,3-3 0 0 0,3-1 0 0 0,0 1 0 0 0,-3-2 0 0 0,-3 1 0 0 0,1 3 0 0 0,1 2 0 0 0,1 2 0 0 0,1 2 0 0 0,1 2 0 0 0,-5-5 0 0 0,0-1 0 0 0,0 1 0 0 0,1 0 0 0 0,2 2 0 0 0,1 1 0 0 0,0 1 0 0 0,-3 10 0 0 0,-6 9 0 0 0,-6 10 0 0 0,-5 5 0 0 0,-8 2 0 0 0,-3 0 0 0 0,-2-2 0 0 0,1-1 0 0 0,-3-7 0 0 0,-1-2 0 0 0,2-1 0 0 0,-2 1 0 0 0,0 2 0 0 0,2 0 0 0 0,2 6 0 0 0,2 3 0 0 0,2-1 0 0 0,2 0 0 0 0,0-1 0 0 0,-5-7 0 0 0,-1-2 0 0 0,1-1 0 0 0,0 2 0 0 0,2 0 0 0 0,1 1 0 0 0,1 2 0 0 0,1 0 0 0 0,0 1 0 0 0,0 0 0 0 0,0 0 0 0 0,0 0 0 0 0,5 0 0 0 0,2-5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32623 6171 16383 0 0,'5'0'0'0'0,"6"0"0"0"0,6 0 0 0 0,10-5 0 0 0,4-1 0 0 0,3-5 0 0 0,-1 0 0 0 0,0 2 0 0 0,-2 2 0 0 0,-1 2 0 0 0,-6-2 0 0 0,-2-1 0 0 0,0 2 0 0 0,1 1 0 0 0,1 2 0 0 0,2-3 0 0 0,0-1 0 0 0,-3-4 0 0 0,-2 0 0 0 0,-4 7 0 0 0,-5 8 0 0 0,-4 9 0 0 0,-4 6 0 0 0,-2 6 0 0 0,-2 2 0 0 0,-1 2 0 0 0,0 0 0 0 0,-5 6 0 0 0,-5-5 0 0 0,-2-1 0 0 0,2 3 0 0 0,2 1 0 0 0,-1-5 0 0 0,0-2 0 0 0,3-2 0 0 0,1 1 0 0 0,3 0 0 0 0,1 1 0 0 0,2 6 0 0 0,0 1 0 0 0,0 1 0 0 0,1-2 0 0 0,-1 0 0 0 0,0-2 0 0 0,1-1 0 0 0,-1-1 0 0 0,0 0 0 0 0,0 0 0 0 0,0-5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43550 5802 16383 0 0,'5'0'0'0'0,"6"0"0"0"0,11 0 0 0 0,6-5 0 0 0,3-1 0 0 0,7-5 0 0 0,0-5 0 0 0,-1 0 0 0 0,-2 3 0 0 0,-2 4 0 0 0,-2 3 0 0 0,3-2 0 0 0,0-4 0 0 0,0-1 0 0 0,-2-2 0 0 0,-1 1 0 0 0,-6 8 0 0 0,-7 9 0 0 0,-7 10 0 0 0,-6 6 0 0 0,-2 6 0 0 0,-3 2 0 0 0,-1 3 0 0 0,-1-1 0 0 0,1 1 0 0 0,0-1 0 0 0,0 0 0 0 0,1 0 0 0 0,-1-1 0 0 0,1 0 0 0 0,0 0 0 0 0,0 0 0 0 0,0-1 0 0 0,0 1 0 0 0,1 0 0 0 0,-1 0 0 0 0,0 0 0 0 0,0-1 0 0 0,0 1 0 0 0,0 0 0 0 0,0 0 0 0 0,0 0 0 0 0,0 0 0 0 0,0 0 0 0 0,0-1 0 0 0,0 1 0 0 0,0 0 0 0 0,0-5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15743 17865 16383 0 0,'0'-5'0'0'0,"4"-6"0"0"0,7-6 0 0 0,7-5 0 0 0,3 2 0 0 0,5 3 0 0 0,1 6 0 0 0,2 4 0 0 0,0 3 0 0 0,0 3 0 0 0,0 1 0 0 0,4 0 0 0 0,2 1 0 0 0,-1 0 0 0 0,-6 5 0 0 0,-3 0 0 0 0,-1 1 0 0 0,0 2 0 0 0,1 6 0 0 0,-4 4 0 0 0,-1-1 0 0 0,-4 2 0 0 0,-4 1 0 0 0,-5 3 0 0 0,-3 1 0 0 0,-7-3 0 0 0,-8-1 0 0 0,-6-3 0 0 0,-2-1 0 0 0,0-3 0 0 0,-4-4 0 0 0,-1 1 0 0 0,3 4 0 0 0,0-1 0 0 0,-1-3 0 0 0,-1-4 0 0 0,-2-2 0 0 0,-1-2 0 0 0,4 2 0 0 0,0 2 0 0 0,0-2 0 0 0,-1 0 0 0 0,-2-3 0 0 0,4 5 0 0 0,10 5 0 0 0,11 0 0 0 0,16-1 0 0 0,10-3 0 0 0,4-3 0 0 0,3-2 0 0 0,0 3 0 0 0,-1 1 0 0 0,0-1 0 0 0,-2-2 0 0 0,-1-1 0 0 0,-1-1 0 0 0,0-2 0 0 0,0 1 0 0 0,-1-1 0 0 0,1-1 0 0 0,0 1 0 0 0,-1 0 0 0 0,-4 0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30930 17967 16383 0 0,'0'-5'0'0'0,"5"-1"0"0"0,6 0 0 0 0,6 1 0 0 0,9 1 0 0 0,11 2 0 0 0,2 1 0 0 0,1 1 0 0 0,-3 4 0 0 0,-2 3 0 0 0,-3-1 0 0 0,-2-1 0 0 0,-1-1 0 0 0,-6 3 0 0 0,-6 10 0 0 0,-12 7 0 0 0,-6 4 0 0 0,-7 2 0 0 0,-8 0 0 0 0,-6 1 0 0 0,2-1 0 0 0,-2-6 0 0 0,0-1 0 0 0,-3-6 0 0 0,-1 0 0 0 0,-1-3 0 0 0,0-4 0 0 0,-1 1 0 0 0,0-2 0 0 0,-1-2 0 0 0,1 3 0 0 0,5 4 0 0 0,11 0 0 0 0,12-3 0 0 0,11-3 0 0 0,8-3 0 0 0,6-2 0 0 0,3-2 0 0 0,2-1 0 0 0,0 0 0 0 0,1-1 0 0 0,-2 1 0 0 0,0-1 0 0 0,0 1 0 0 0,-1 0 0 0 0,0 0 0 0 0,0-1 0 0 0,-5 1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40031 17890 16383 0 0,'0'-5'0'0'0,"0"-6"0"0"0,5-1 0 0 0,6-3 0 0 0,6 0 0 0 0,5 3 0 0 0,3 4 0 0 0,3 3 0 0 0,1 3 0 0 0,0 1 0 0 0,0 1 0 0 0,0 0 0 0 0,-1 1 0 0 0,0-1 0 0 0,1 6 0 0 0,-6 5 0 0 0,-6 6 0 0 0,-7 5 0 0 0,-4 4 0 0 0,-3 1 0 0 0,-3 2 0 0 0,-1 0 0 0 0,-5 0 0 0 0,-1 0 0 0 0,-5-5 0 0 0,0-2 0 0 0,-2-5 0 0 0,0 0 0 0 0,-1-4 0 0 0,-4-3 0 0 0,-2-4 0 0 0,-4-2 0 0 0,-1-3 0 0 0,-1-1 0 0 0,-1 0 0 0 0,9-1 0 0 0,12 0 0 0 0,13 1 0 0 0,9-1 0 0 0,8 1 0 0 0,4 0 0 0 0,2 0 0 0 0,1 0 0 0 0,1 0 0 0 0,-1 0 0 0 0,-1 0 0 0 0,0 0 0 0 0,-1 0 0 0 0,0 0 0 0 0,0 0 0 0 0,-5 0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39846 8020 16383 0 0,'0'-5'0'0'0,"5"-1"0"0"0,6 0 0 0 0,11-4 0 0 0,6 0 0 0 0,3 2 0 0 0,2 2 0 0 0,-1 2 0 0 0,-1 2 0 0 0,-1 1 0 0 0,4 1 0 0 0,1 5 0 0 0,-1 7 0 0 0,-1 10 0 0 0,-7 6 0 0 0,-7 4 0 0 0,-7 0 0 0 0,-11-4 0 0 0,-9-3 0 0 0,-4-1 0 0 0,-5-4 0 0 0,1-2 0 0 0,-2-2 0 0 0,-2-5 0 0 0,-3-5 0 0 0,-2 3 0 0 0,-2-2 0 0 0,9-1 0 0 0,12-1 0 0 0,12-3 0 0 0,9 0 0 0 0,8 3 0 0 0,3 1 0 0 0,-1 4 0 0 0,-1 1 0 0 0,5-2 0 0 0,-3 3 0 0 0,-5 3 0 0 0,-2 0 0 0 0,-4 2 0 0 0,1 2 0 0 0,1 4 0 0 0,-1 1 0 0 0,-4 3 0 0 0,-4 0 0 0 0,-3 1 0 0 0,-8 1 0 0 0,-2-1 0 0 0,-6-4 0 0 0,-6-7 0 0 0,1-1 0 0 0,-3-4 0 0 0,-2-3 0 0 0,-2-4 0 0 0,-2-2 0 0 0,-2-2 0 0 0,-1-1 0 0 0,0-1 0 0 0,0 0 0 0 0,-1 1 0 0 0,1-1 0 0 0,0 1 0 0 0,0-5 0 0 0,5-7 0 0 0,1 0 0 0 0,0-3 0 0 0,4-5 0 0 0,4 2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42004 13070 16383 0 0,'-5'5'0'0'0,"-6"1"0"0"0,-1 5 0 0 0,1 5 0 0 0,-2 5 0 0 0,-4 3 0 0 0,2 2 0 0 0,-2 2 0 0 0,-3 1 0 0 0,2-1 0 0 0,0 1 0 0 0,-3 0 0 0 0,-1-1 0 0 0,-3 0 0 0 0,4 0 0 0 0,0-4 0 0 0,4-3 0 0 0,9-4 0 0 0,11-5 0 0 0,10-5 0 0 0,7-3 0 0 0,5-2 0 0 0,3-2 0 0 0,2-1 0 0 0,0 0 0 0 0,0 0 0 0 0,-1 0 0 0 0,0 1 0 0 0,0-1 0 0 0,4 1 0 0 0,6 0 0 0 0,1 0 0 0 0,-2 0 0 0 0,-2 0 0 0 0,-2 0 0 0 0,-3 0 0 0 0,-2 0 0 0 0,0 0 0 0 0,-2 0 0 0 0,1 0 0 0 0,-1 0 0 0 0,0 0 0 0 0,-4 0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42151 13256 16383 0 0,'-5'0'0'0'0,"-1"9"0"0"0,0 8 0 0 0,1 6 0 0 0,-3 9 0 0 0,-1 3 0 0 0,2 1 0 0 0,2-2 0 0 0,2-1 0 0 0,1-2 0 0 0,1-1 0 0 0,1-1 0 0 0,0-1 0 0 0,0 0 0 0 0,1-1 0 0 0,-1 1 0 0 0,0-1 0 0 0,0 1 0 0 0,0-5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44257 7938 16383 0 0,'-5'0'0'0'0,"-6"0"0"0"0,-6 0 0 0 0,-5 0 0 0 0,-3 0 0 0 0,-3 0 0 0 0,0 0 0 0 0,-1 0 0 0 0,0 0 0 0 0,0 0 0 0 0,0 0 0 0 0,1 0 0 0 0,0 4 0 0 0,4 7 0 0 0,8 6 0 0 0,5 5 0 0 0,5 4 0 0 0,3 1 0 0 0,3 2 0 0 0,1 0 0 0 0,0 0 0 0 0,0 0 0 0 0,0-1 0 0 0,0 0 0 0 0,0 1 0 0 0,-1-1 0 0 0,0-1 0 0 0,0 1 0 0 0,5-5 0 0 0,6-6 0 0 0,6-11 0 0 0,4-6 0 0 0,5-4 0 0 0,1-5 0 0 0,2-1 0 0 0,0 0 0 0 0,0 3 0 0 0,0 2 0 0 0,-1 2 0 0 0,1 2 0 0 0,3 5 0 0 0,-2 7 0 0 0,-7 7 0 0 0,-3 4 0 0 0,-4 4 0 0 0,-5 2 0 0 0,-5 0 0 0 0,-3 2 0 0 0,-2-1 0 0 0,-1 0 0 0 0,-1-1 0 0 0,0 0 0 0 0,0 1 0 0 0,0-1 0 0 0,-4-5 0 0 0,-6-7 0 0 0,-7-5 0 0 0,-3-5 0 0 0,-5-3 0 0 0,-1-3 0 0 0,-2-1 0 0 0,0 0 0 0 0,0 0 0 0 0,0 0 0 0 0,1 0 0 0 0,-1 0 0 0 0,1 1 0 0 0,0 0 0 0 0,0 0 0 0 0,1 0 0 0 0,4 0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29332 8815 16383 0 0,'0'-5'0'0'0,"-4"-1"0"0"0,-12-5 0 0 0,-7 0 0 0 0,-5 2 0 0 0,-3 2 0 0 0,-4-3 0 0 0,-2 1 0 0 0,1 2 0 0 0,1 2 0 0 0,3 2 0 0 0,1 1 0 0 0,2 2 0 0 0,1 0 0 0 0,0 0 0 0 0,1 0 0 0 0,-6 1 0 0 0,0 4 0 0 0,-6 6 0 0 0,-4 6 0 0 0,-1 5 0 0 0,4 3 0 0 0,2 3 0 0 0,9 0 0 0 0,4 2 0 0 0,2 3 0 0 0,5 2 0 0 0,5 0 0 0 0,0-2 0 0 0,2-1 0 0 0,4-2 0 0 0,2-1 0 0 0,2-1 0 0 0,2 0 0 0 0,1 4 0 0 0,5 2 0 0 0,2 0 0 0 0,5-2 0 0 0,-1-1 0 0 0,4-6 0 0 0,3-2 0 0 0,4-5 0 0 0,2-2 0 0 0,3-2 0 0 0,0-5 0 0 0,2 2 0 0 0,-1-1 0 0 0,1-3 0 0 0,-1-2 0 0 0,0-2 0 0 0,1-2 0 0 0,-1-1 0 0 0,0 0 0 0 0,-1 0 0 0 0,-4-5 0 0 0,-1-2 0 0 0,-5-4 0 0 0,0-5 0 0 0,1-5 0 0 0,-2-3 0 0 0,-4-2 0 0 0,-3-2 0 0 0,-4-1 0 0 0,-3 0 0 0 0,-2-4 0 0 0,-5-2 0 0 0,-6-4 0 0 0,-12 4 0 0 0,-6 9 0 0 0,-3 3 0 0 0,0 6 0 0 0,-1 6 0 0 0,2 5 0 0 0,1 3 0 0 0,1 2 0 0 0,0 2 0 0 0,1-5 0 0 0,5-6 0 0 0,1-1 0 0 0,1 1 0 0 0,-2 2 0 0 0,-1 3 0 0 0,-2 2 0 0 0,-1 1 0 0 0,0 2 0 0 0,-1 5 0 0 0,0 1 0 0 0,5 1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33634 8495 16383 0 0,'0'-5'0'0'0,"-4"-1"0"0"0,-7 0 0 0 0,-7 1 0 0 0,-3 1 0 0 0,-5 2 0 0 0,-1 1 0 0 0,-2 1 0 0 0,0 0 0 0 0,0 0 0 0 0,0 0 0 0 0,-4 0 0 0 0,-2 0 0 0 0,-4 5 0 0 0,0 2 0 0 0,2-1 0 0 0,2 3 0 0 0,3 6 0 0 0,1 4 0 0 0,2-1 0 0 0,6 2 0 0 0,2-3 0 0 0,4 0 0 0 0,1 2 0 0 0,3 3 0 0 0,3 2 0 0 0,4 2 0 0 0,3 1 0 0 0,2 1 0 0 0,0 0 0 0 0,2 0 0 0 0,0 1 0 0 0,-1-1 0 0 0,1 0 0 0 0,-1 5 0 0 0,1 1 0 0 0,-1 0 0 0 0,0-1 0 0 0,0-2 0 0 0,0-1 0 0 0,5-6 0 0 0,6-7 0 0 0,6-1 0 0 0,4 1 0 0 0,5-3 0 0 0,1-3 0 0 0,2-4 0 0 0,0-2 0 0 0,0-3 0 0 0,0-2 0 0 0,-1 0 0 0 0,1-1 0 0 0,-1 0 0 0 0,0 1 0 0 0,0-1 0 0 0,-1 1 0 0 0,1-5 0 0 0,0-1 0 0 0,0 0 0 0 0,0-4 0 0 0,0-4 0 0 0,4-5 0 0 0,-2-4 0 0 0,-8-3 0 0 0,-6-2 0 0 0,-7 0 0 0 0,-4-6 0 0 0,-3-1 0 0 0,-7 1 0 0 0,-3 0 0 0 0,-4 7 0 0 0,-5 8 0 0 0,-5 2 0 0 0,-2 0 0 0 0,-3 2 0 0 0,-6 4 0 0 0,-2 4 0 0 0,0 3 0 0 0,1 2 0 0 0,2 2 0 0 0,2 0 0 0 0,1 1 0 0 0,-5-1 0 0 0,0 1 0 0 0,1 0 0 0 0,-4-1 0 0 0,-1 0 0 0 0,2 0 0 0 0,8 0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20902 9501 16383 0 0,'5'0'0'0'0,"6"0"0"0"0,6 0 0 0 0,5 0 0 0 0,3 0 0 0 0,3 0 0 0 0,0 0 0 0 0,1 0 0 0 0,5 0 0 0 0,1 0 0 0 0,0 0 0 0 0,-2 0 0 0 0,3 0 0 0 0,1 0 0 0 0,-2 0 0 0 0,3 0 0 0 0,-1 0 0 0 0,-1 0 0 0 0,-3 0 0 0 0,-1-5 0 0 0,-2-1 0 0 0,-2 0 0 0 0,5 1 0 0 0,1 2 0 0 0,-1-4 0 0 0,-1-1 0 0 0,-1 2 0 0 0,-10 10 0 0 0,-15 10 0 0 0,-7 8 0 0 0,-8 3 0 0 0,-4 4 0 0 0,-3 5 0 0 0,-4-2 0 0 0,1-2 0 0 0,0-2 0 0 0,2-1 0 0 0,0 0 0 0 0,-2-4 0 0 0,2-2 0 0 0,-1 0 0 0 0,-1 2 0 0 0,-4 6 0 0 0,-1-2 0 0 0,3 0 0 0 0,0-1 0 0 0,-1 0 0 0 0,-2 1 0 0 0,4 0 0 0 0,5 1 0 0 0,0-1 0 0 0,3 1 0 0 0,-1-5 0 0 0,1-1 0 0 0,-2 4 0 0 0,-3 4 0 0 0,-3 5 0 0 0,-4 2 0 0 0,3-1 0 0 0,0-6 0 0 0,4-4 0 0 0,-1-2 0 0 0,4-4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21087 9948 16383 0 0,'5'0'0'0'0,"6"0"0"0"0,6 0 0 0 0,5 0 0 0 0,3 0 0 0 0,3 0 0 0 0,0 0 0 0 0,1 0 0 0 0,0 0 0 0 0,0 0 0 0 0,0 0 0 0 0,-1 0 0 0 0,0 0 0 0 0,0 0 0 0 0,0 0 0 0 0,0 0 0 0 0,0 0 0 0 0,0 0 0 0 0,-1 0 0 0 0,-3 0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17798 7943 16383 0 0,'0'-4'0'0'0,"0"-8"0"0"0,0-5 0 0 0,-4 0 0 0 0,-17-2 0 0 0,-9 3 0 0 0,-3 3 0 0 0,-2 4 0 0 0,0 4 0 0 0,2 3 0 0 0,2 1 0 0 0,6 6 0 0 0,2 7 0 0 0,1 1 0 0 0,4 3 0 0 0,0-1 0 0 0,3 2 0 0 0,5 3 0 0 0,3 2 0 0 0,3 2 0 0 0,3 7 0 0 0,1 3 0 0 0,0 0 0 0 0,1 4 0 0 0,4-5 0 0 0,2-2 0 0 0,5-8 0 0 0,-1-2 0 0 0,3 0 0 0 0,9-4 0 0 0,5-5 0 0 0,3 1 0 0 0,0-2 0 0 0,0-4 0 0 0,-1 3 0 0 0,0-1 0 0 0,-1-1 0 0 0,-5 1 0 0 0,-2 1 0 0 0,0-2 0 0 0,0-3 0 0 0,3 3 0 0 0,0 0 0 0 0,2 8 0 0 0,-5 7 0 0 0,-5 3 0 0 0,-6 7 0 0 0,-5 3 0 0 0,-3-1 0 0 0,-7 5 0 0 0,-8-2 0 0 0,-6-5 0 0 0,-9-5 0 0 0,-1-2 0 0 0,0-6 0 0 0,0-6 0 0 0,0-5 0 0 0,0-4 0 0 0,0-4 0 0 0,0-1 0 0 0,0-1 0 0 0,1 0 0 0 0,-6-5 0 0 0,-1-6 0 0 0,5-10 0 0 0,2-2 0 0 0,7-1 0 0 0,6-2 0 0 0,5 0 0 0 0,5-1 0 0 0,2 0 0 0 0,3 0 0 0 0,0 0 0 0 0,5 0 0 0 0,6 0 0 0 0,1 0 0 0 0,3 5 0 0 0,4 1 0 0 0,3 1 0 0 0,2-2 0 0 0,2 3 0 0 0,1 5 0 0 0,-5 1 0 0 0,0 2 0 0 0,-6-1 0 0 0,5-4 0 0 0,3-3 0 0 0,-2-3 0 0 0,-6-2 0 0 0,-1 2 0 0 0,-2 2 0 0 0,-5-2 0 0 0,-3 0 0 0 0,-3-2 0 0 0,-2-2 0 0 0,-1 0 0 0 0,0-5 0 0 0,-1 2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61744-3C2B-41CE-9A87-ECA4D4A53A63}" type="datetime1">
              <a:rPr lang="hu-HU" smtClean="0"/>
              <a:pPr/>
              <a:t>2024. 11. 28.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/>
              <a:t>Mintaszöveg szerkesztése</a:t>
            </a:r>
          </a:p>
          <a:p>
            <a:pPr lvl="1"/>
            <a:r>
              <a:rPr lang="hu-HU" noProof="0"/>
              <a:t>Második szint</a:t>
            </a:r>
          </a:p>
          <a:p>
            <a:pPr lvl="2"/>
            <a:r>
              <a:rPr lang="hu-HU" noProof="0"/>
              <a:t>Harmadik szint</a:t>
            </a:r>
          </a:p>
          <a:p>
            <a:pPr lvl="3"/>
            <a:r>
              <a:rPr lang="hu-HU" noProof="0"/>
              <a:t>Negyedik szint</a:t>
            </a:r>
          </a:p>
          <a:p>
            <a:pPr lvl="4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A19D9-00A4-45A0-99AC-C0AD8C7D714A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4970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A19D9-00A4-45A0-99AC-C0AD8C7D714A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557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5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0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1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0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42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9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9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62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99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2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6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5" r:id="rId6"/>
    <p:sldLayoutId id="2147483662" r:id="rId7"/>
    <p:sldLayoutId id="2147483674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5.png"/><Relationship Id="rId42" Type="http://schemas.openxmlformats.org/officeDocument/2006/relationships/customXml" Target="../ink/ink21.xml"/><Relationship Id="rId47" Type="http://schemas.openxmlformats.org/officeDocument/2006/relationships/image" Target="../media/image28.png"/><Relationship Id="rId63" Type="http://schemas.openxmlformats.org/officeDocument/2006/relationships/customXml" Target="../ink/ink32.xml"/><Relationship Id="rId68" Type="http://schemas.openxmlformats.org/officeDocument/2006/relationships/image" Target="../media/image38.png"/><Relationship Id="rId16" Type="http://schemas.openxmlformats.org/officeDocument/2006/relationships/customXml" Target="../ink/ink8.xml"/><Relationship Id="rId11" Type="http://schemas.openxmlformats.org/officeDocument/2006/relationships/image" Target="../media/image10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3.png"/><Relationship Id="rId40" Type="http://schemas.openxmlformats.org/officeDocument/2006/relationships/customXml" Target="../ink/ink20.xml"/><Relationship Id="rId45" Type="http://schemas.openxmlformats.org/officeDocument/2006/relationships/image" Target="../media/image27.png"/><Relationship Id="rId53" Type="http://schemas.openxmlformats.org/officeDocument/2006/relationships/customXml" Target="../ink/ink27.xml"/><Relationship Id="rId58" Type="http://schemas.openxmlformats.org/officeDocument/2006/relationships/image" Target="../media/image33.png"/><Relationship Id="rId66" Type="http://schemas.openxmlformats.org/officeDocument/2006/relationships/image" Target="../media/image37.png"/><Relationship Id="rId74" Type="http://schemas.openxmlformats.org/officeDocument/2006/relationships/image" Target="../media/image41.png"/><Relationship Id="rId79" Type="http://schemas.openxmlformats.org/officeDocument/2006/relationships/customXml" Target="../ink/ink40.xml"/><Relationship Id="rId5" Type="http://schemas.openxmlformats.org/officeDocument/2006/relationships/image" Target="../media/image7.png"/><Relationship Id="rId61" Type="http://schemas.openxmlformats.org/officeDocument/2006/relationships/customXml" Target="../ink/ink31.xml"/><Relationship Id="rId19" Type="http://schemas.openxmlformats.org/officeDocument/2006/relationships/image" Target="../media/image1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8.png"/><Relationship Id="rId30" Type="http://schemas.openxmlformats.org/officeDocument/2006/relationships/customXml" Target="../ink/ink15.xml"/><Relationship Id="rId35" Type="http://schemas.openxmlformats.org/officeDocument/2006/relationships/image" Target="../media/image22.png"/><Relationship Id="rId43" Type="http://schemas.openxmlformats.org/officeDocument/2006/relationships/image" Target="../media/image26.png"/><Relationship Id="rId48" Type="http://schemas.openxmlformats.org/officeDocument/2006/relationships/customXml" Target="../ink/ink24.xml"/><Relationship Id="rId56" Type="http://schemas.openxmlformats.org/officeDocument/2006/relationships/image" Target="../media/image32.png"/><Relationship Id="rId64" Type="http://schemas.openxmlformats.org/officeDocument/2006/relationships/image" Target="../media/image36.png"/><Relationship Id="rId69" Type="http://schemas.openxmlformats.org/officeDocument/2006/relationships/customXml" Target="../ink/ink35.xml"/><Relationship Id="rId77" Type="http://schemas.openxmlformats.org/officeDocument/2006/relationships/customXml" Target="../ink/ink39.xml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72" Type="http://schemas.openxmlformats.org/officeDocument/2006/relationships/image" Target="../media/image40.png"/><Relationship Id="rId80" Type="http://schemas.openxmlformats.org/officeDocument/2006/relationships/image" Target="../media/image44.png"/><Relationship Id="rId3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20" Type="http://schemas.openxmlformats.org/officeDocument/2006/relationships/customXml" Target="../ink/ink10.xml"/><Relationship Id="rId41" Type="http://schemas.openxmlformats.org/officeDocument/2006/relationships/image" Target="../media/image25.png"/><Relationship Id="rId54" Type="http://schemas.openxmlformats.org/officeDocument/2006/relationships/image" Target="../media/image31.png"/><Relationship Id="rId62" Type="http://schemas.openxmlformats.org/officeDocument/2006/relationships/image" Target="../media/image35.png"/><Relationship Id="rId70" Type="http://schemas.openxmlformats.org/officeDocument/2006/relationships/image" Target="../media/image39.png"/><Relationship Id="rId75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9.png"/><Relationship Id="rId57" Type="http://schemas.openxmlformats.org/officeDocument/2006/relationships/customXml" Target="../ink/ink29.xml"/><Relationship Id="rId10" Type="http://schemas.openxmlformats.org/officeDocument/2006/relationships/customXml" Target="../ink/ink5.xml"/><Relationship Id="rId31" Type="http://schemas.openxmlformats.org/officeDocument/2006/relationships/image" Target="../media/image20.png"/><Relationship Id="rId44" Type="http://schemas.openxmlformats.org/officeDocument/2006/relationships/customXml" Target="../ink/ink22.xml"/><Relationship Id="rId52" Type="http://schemas.openxmlformats.org/officeDocument/2006/relationships/image" Target="../media/image30.png"/><Relationship Id="rId60" Type="http://schemas.openxmlformats.org/officeDocument/2006/relationships/image" Target="../media/image34.png"/><Relationship Id="rId65" Type="http://schemas.openxmlformats.org/officeDocument/2006/relationships/customXml" Target="../ink/ink33.xml"/><Relationship Id="rId73" Type="http://schemas.openxmlformats.org/officeDocument/2006/relationships/customXml" Target="../ink/ink37.xml"/><Relationship Id="rId78" Type="http://schemas.openxmlformats.org/officeDocument/2006/relationships/image" Target="../media/image43.png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39" Type="http://schemas.openxmlformats.org/officeDocument/2006/relationships/image" Target="../media/image2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customXml" Target="../ink/ink28.xml"/><Relationship Id="rId76" Type="http://schemas.openxmlformats.org/officeDocument/2006/relationships/image" Target="../media/image42.png"/><Relationship Id="rId7" Type="http://schemas.openxmlformats.org/officeDocument/2006/relationships/image" Target="../media/image8.png"/><Relationship Id="rId71" Type="http://schemas.openxmlformats.org/officeDocument/2006/relationships/customXml" Target="../ink/ink36.xml"/><Relationship Id="rId2" Type="http://schemas.openxmlformats.org/officeDocument/2006/relationships/customXml" Target="../ink/ink1.xml"/><Relationship Id="rId2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7">
            <a:extLst>
              <a:ext uri="{FF2B5EF4-FFF2-40B4-BE49-F238E27FC236}">
                <a16:creationId xmlns:a16="http://schemas.microsoft.com/office/drawing/2014/main" id="{9F84B89C-BB5C-7BD7-E0CB-97CE48938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066801" y="702860"/>
            <a:ext cx="7215893" cy="1779875"/>
          </a:xfrm>
        </p:spPr>
        <p:txBody>
          <a:bodyPr rtlCol="0" anchor="b">
            <a:normAutofit/>
          </a:bodyPr>
          <a:lstStyle/>
          <a:p>
            <a:r>
              <a:rPr lang="hu-HU" dirty="0"/>
              <a:t>Project Sprint</a:t>
            </a:r>
          </a:p>
        </p:txBody>
      </p:sp>
      <p:sp>
        <p:nvSpPr>
          <p:cNvPr id="51" name="Freeform: Shape 9">
            <a:extLst>
              <a:ext uri="{FF2B5EF4-FFF2-40B4-BE49-F238E27FC236}">
                <a16:creationId xmlns:a16="http://schemas.microsoft.com/office/drawing/2014/main" id="{51721161-CDDD-DB78-5803-9142A04A6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-60000" flipH="1">
            <a:off x="4620200" y="2812310"/>
            <a:ext cx="7602366" cy="4111195"/>
          </a:xfrm>
          <a:custGeom>
            <a:avLst/>
            <a:gdLst>
              <a:gd name="connsiteX0" fmla="*/ 1266091 w 7602366"/>
              <a:gd name="connsiteY0" fmla="*/ 1707 h 4111195"/>
              <a:gd name="connsiteX1" fmla="*/ 36097 w 7602366"/>
              <a:gd name="connsiteY1" fmla="*/ 317762 h 4111195"/>
              <a:gd name="connsiteX2" fmla="*/ 0 w 7602366"/>
              <a:gd name="connsiteY2" fmla="*/ 337363 h 4111195"/>
              <a:gd name="connsiteX3" fmla="*/ 65872 w 7602366"/>
              <a:gd name="connsiteY3" fmla="*/ 4111195 h 4111195"/>
              <a:gd name="connsiteX4" fmla="*/ 7602366 w 7602366"/>
              <a:gd name="connsiteY4" fmla="*/ 3979645 h 4111195"/>
              <a:gd name="connsiteX5" fmla="*/ 3071280 w 7602366"/>
              <a:gd name="connsiteY5" fmla="*/ 550286 h 4111195"/>
              <a:gd name="connsiteX6" fmla="*/ 3009694 w 7602366"/>
              <a:gd name="connsiteY6" fmla="*/ 506058 h 4111195"/>
              <a:gd name="connsiteX7" fmla="*/ 1436547 w 7602366"/>
              <a:gd name="connsiteY7" fmla="*/ 840 h 4111195"/>
              <a:gd name="connsiteX8" fmla="*/ 1266091 w 7602366"/>
              <a:gd name="connsiteY8" fmla="*/ 1707 h 4111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02366" h="4111195">
                <a:moveTo>
                  <a:pt x="1266091" y="1707"/>
                </a:moveTo>
                <a:cubicBezTo>
                  <a:pt x="840419" y="16212"/>
                  <a:pt x="419691" y="123046"/>
                  <a:pt x="36097" y="317762"/>
                </a:cubicBezTo>
                <a:lnTo>
                  <a:pt x="0" y="337363"/>
                </a:lnTo>
                <a:lnTo>
                  <a:pt x="65872" y="4111195"/>
                </a:lnTo>
                <a:lnTo>
                  <a:pt x="7602366" y="3979645"/>
                </a:lnTo>
                <a:lnTo>
                  <a:pt x="3071280" y="550286"/>
                </a:lnTo>
                <a:lnTo>
                  <a:pt x="3009694" y="506058"/>
                </a:lnTo>
                <a:cubicBezTo>
                  <a:pt x="2529246" y="179187"/>
                  <a:pt x="1982362" y="13891"/>
                  <a:pt x="1436547" y="840"/>
                </a:cubicBezTo>
                <a:cubicBezTo>
                  <a:pt x="1379692" y="-519"/>
                  <a:pt x="1322847" y="-227"/>
                  <a:pt x="1266091" y="1707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066801" y="2564567"/>
            <a:ext cx="3943350" cy="19274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-Sike Domonkos</a:t>
            </a:r>
          </a:p>
          <a:p>
            <a:r>
              <a:rPr lang="hu-HU" dirty="0"/>
              <a:t>-Jánosi Marcell</a:t>
            </a:r>
          </a:p>
          <a:p>
            <a:r>
              <a:rPr lang="hu-HU" dirty="0"/>
              <a:t>-Kovács Szabolcs</a:t>
            </a:r>
          </a:p>
        </p:txBody>
      </p:sp>
    </p:spTree>
    <p:extLst>
      <p:ext uri="{BB962C8B-B14F-4D97-AF65-F5344CB8AC3E}">
        <p14:creationId xmlns:p14="http://schemas.microsoft.com/office/powerpoint/2010/main" val="202900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3AC97F-2126-DE40-ADE0-8008DB3A1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Kommunikáció</a:t>
            </a:r>
          </a:p>
        </p:txBody>
      </p:sp>
      <p:graphicFrame>
        <p:nvGraphicFramePr>
          <p:cNvPr id="6" name="Tartalom helye 2">
            <a:extLst>
              <a:ext uri="{FF2B5EF4-FFF2-40B4-BE49-F238E27FC236}">
                <a16:creationId xmlns:a16="http://schemas.microsoft.com/office/drawing/2014/main" id="{289B5718-D0C7-51B2-3A76-092C1892D14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66800" y="2117341"/>
          <a:ext cx="4809482" cy="3760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artalom helye 3">
            <a:extLst>
              <a:ext uri="{FF2B5EF4-FFF2-40B4-BE49-F238E27FC236}">
                <a16:creationId xmlns:a16="http://schemas.microsoft.com/office/drawing/2014/main" id="{D19A0103-8994-6552-8C56-4005CF0703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A megbeszélésekre főkent </a:t>
            </a:r>
            <a:r>
              <a:rPr lang="hu-HU" dirty="0" err="1"/>
              <a:t>Discordot</a:t>
            </a:r>
            <a:r>
              <a:rPr lang="hu-HU" dirty="0"/>
              <a:t> használtunk, adatok áttekintésére </a:t>
            </a:r>
            <a:r>
              <a:rPr lang="hu-HU" dirty="0" err="1"/>
              <a:t>Githubot</a:t>
            </a:r>
            <a:r>
              <a:rPr lang="hu-HU" dirty="0"/>
              <a:t>, </a:t>
            </a:r>
            <a:r>
              <a:rPr lang="hu-HU" dirty="0" err="1"/>
              <a:t>Trellon</a:t>
            </a:r>
            <a:r>
              <a:rPr lang="hu-HU" dirty="0"/>
              <a:t> történt a feladatok feladása</a:t>
            </a:r>
          </a:p>
        </p:txBody>
      </p:sp>
    </p:spTree>
    <p:extLst>
      <p:ext uri="{BB962C8B-B14F-4D97-AF65-F5344CB8AC3E}">
        <p14:creationId xmlns:p14="http://schemas.microsoft.com/office/powerpoint/2010/main" val="12072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69C509C-DC9F-72A7-2C51-F7F49BF17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92F11F5-4650-4EDB-A5A2-609AA6316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-60000" flipH="1">
            <a:off x="3823340" y="2206019"/>
            <a:ext cx="8404540" cy="4724346"/>
          </a:xfrm>
          <a:custGeom>
            <a:avLst/>
            <a:gdLst>
              <a:gd name="connsiteX0" fmla="*/ 1276386 w 8404540"/>
              <a:gd name="connsiteY0" fmla="*/ 1707 h 4724346"/>
              <a:gd name="connsiteX1" fmla="*/ 46392 w 8404540"/>
              <a:gd name="connsiteY1" fmla="*/ 317762 h 4724346"/>
              <a:gd name="connsiteX2" fmla="*/ 0 w 8404540"/>
              <a:gd name="connsiteY2" fmla="*/ 342953 h 4724346"/>
              <a:gd name="connsiteX3" fmla="*/ 76477 w 8404540"/>
              <a:gd name="connsiteY3" fmla="*/ 4724346 h 4724346"/>
              <a:gd name="connsiteX4" fmla="*/ 8404540 w 8404540"/>
              <a:gd name="connsiteY4" fmla="*/ 4578979 h 4724346"/>
              <a:gd name="connsiteX5" fmla="*/ 3081575 w 8404540"/>
              <a:gd name="connsiteY5" fmla="*/ 550286 h 4724346"/>
              <a:gd name="connsiteX6" fmla="*/ 3019989 w 8404540"/>
              <a:gd name="connsiteY6" fmla="*/ 506058 h 4724346"/>
              <a:gd name="connsiteX7" fmla="*/ 1446842 w 8404540"/>
              <a:gd name="connsiteY7" fmla="*/ 840 h 4724346"/>
              <a:gd name="connsiteX8" fmla="*/ 1276386 w 8404540"/>
              <a:gd name="connsiteY8" fmla="*/ 1707 h 47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04540" h="4724346">
                <a:moveTo>
                  <a:pt x="1276386" y="1707"/>
                </a:moveTo>
                <a:cubicBezTo>
                  <a:pt x="850714" y="16212"/>
                  <a:pt x="429986" y="123046"/>
                  <a:pt x="46392" y="317762"/>
                </a:cubicBezTo>
                <a:lnTo>
                  <a:pt x="0" y="342953"/>
                </a:lnTo>
                <a:lnTo>
                  <a:pt x="76477" y="4724346"/>
                </a:lnTo>
                <a:lnTo>
                  <a:pt x="8404540" y="4578979"/>
                </a:lnTo>
                <a:lnTo>
                  <a:pt x="3081575" y="550286"/>
                </a:lnTo>
                <a:lnTo>
                  <a:pt x="3019989" y="506058"/>
                </a:lnTo>
                <a:cubicBezTo>
                  <a:pt x="2539541" y="179187"/>
                  <a:pt x="1992657" y="13891"/>
                  <a:pt x="1446842" y="840"/>
                </a:cubicBezTo>
                <a:cubicBezTo>
                  <a:pt x="1389987" y="-519"/>
                  <a:pt x="1333142" y="-227"/>
                  <a:pt x="1276386" y="1707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0F985F24-A82E-38BB-9E95-B68E0525A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2491894-588A-2C96-4014-9044C6B0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852" y="1143000"/>
            <a:ext cx="3924676" cy="33459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Project terv</a:t>
            </a:r>
          </a:p>
        </p:txBody>
      </p:sp>
      <p:graphicFrame>
        <p:nvGraphicFramePr>
          <p:cNvPr id="49" name="Tartalom helye 2">
            <a:extLst>
              <a:ext uri="{FF2B5EF4-FFF2-40B4-BE49-F238E27FC236}">
                <a16:creationId xmlns:a16="http://schemas.microsoft.com/office/drawing/2014/main" id="{58428135-AF5E-8A44-5A4D-63EE59961E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66831487"/>
              </p:ext>
            </p:extLst>
          </p:nvPr>
        </p:nvGraphicFramePr>
        <p:xfrm>
          <a:off x="6096000" y="1143000"/>
          <a:ext cx="477196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4219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D287130B-8857-727B-18D5-BAD81BCD9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E7D59DE-1710-3774-0C67-68BE9673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1142999"/>
            <a:ext cx="5029201" cy="1257299"/>
          </a:xfrm>
        </p:spPr>
        <p:txBody>
          <a:bodyPr anchor="ctr">
            <a:normAutofit/>
          </a:bodyPr>
          <a:lstStyle/>
          <a:p>
            <a:r>
              <a:rPr lang="hu-HU" dirty="0"/>
              <a:t>Oldal logika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5786FF-9C81-D7FD-9B10-F01BAA9D8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8" y="2786981"/>
            <a:ext cx="5029202" cy="260717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hu-HU" sz="2000" dirty="0"/>
              <a:t>Dinamikus oldal, ahol a NAVBAR-</a:t>
            </a:r>
            <a:r>
              <a:rPr lang="hu-HU" sz="2000" err="1"/>
              <a:t>ból</a:t>
            </a:r>
            <a:r>
              <a:rPr lang="hu-HU" sz="2000" dirty="0"/>
              <a:t> érhet el</a:t>
            </a:r>
          </a:p>
          <a:p>
            <a:pPr>
              <a:lnSpc>
                <a:spcPct val="110000"/>
              </a:lnSpc>
            </a:pPr>
            <a:endParaRPr lang="hu-HU" sz="2000" dirty="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2000" dirty="0"/>
              <a:t>Segítségkérés, ahol megadható, hogy miben kell segíteni, mikor kell segíteni, és mennyire érzi fontosnak ezt a lakó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u-HU" sz="2000" dirty="0"/>
              <a:t>Szavazás, ahol a lakók tudnak szavazást indítani, és igen, vagy nemmel kell rá válaszolni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endParaRPr lang="hu-HU" sz="1500"/>
          </a:p>
          <a:p>
            <a:pPr>
              <a:lnSpc>
                <a:spcPct val="110000"/>
              </a:lnSpc>
            </a:pPr>
            <a:endParaRPr lang="hu-HU" sz="1500"/>
          </a:p>
        </p:txBody>
      </p:sp>
      <p:pic>
        <p:nvPicPr>
          <p:cNvPr id="5" name="Kép 4" descr="A képen szöveg, képernyőkép látható&#10;&#10;Automatikusan generált leírás">
            <a:extLst>
              <a:ext uri="{FF2B5EF4-FFF2-40B4-BE49-F238E27FC236}">
                <a16:creationId xmlns:a16="http://schemas.microsoft.com/office/drawing/2014/main" id="{F09AE8BB-BE05-ED93-C56C-CB696C443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792" y="241715"/>
            <a:ext cx="3380111" cy="2545375"/>
          </a:xfrm>
          <a:prstGeom prst="rect">
            <a:avLst/>
          </a:prstGeom>
        </p:spPr>
      </p:pic>
      <p:pic>
        <p:nvPicPr>
          <p:cNvPr id="6" name="Kép 5" descr="A képen szöveg, képernyőkép, Téglalap, Betűtípus látható&#10;&#10;Automatikusan generált leírás">
            <a:extLst>
              <a:ext uri="{FF2B5EF4-FFF2-40B4-BE49-F238E27FC236}">
                <a16:creationId xmlns:a16="http://schemas.microsoft.com/office/drawing/2014/main" id="{35C69431-B3BD-70F4-84E8-D653461DB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638" y="3119496"/>
            <a:ext cx="2935863" cy="1582620"/>
          </a:xfrm>
          <a:prstGeom prst="rect">
            <a:avLst/>
          </a:prstGeom>
        </p:spPr>
      </p:pic>
      <p:pic>
        <p:nvPicPr>
          <p:cNvPr id="4" name="Kép 3" descr="A képen szöveg, képernyőkép, Betűtípus, víz látható">
            <a:extLst>
              <a:ext uri="{FF2B5EF4-FFF2-40B4-BE49-F238E27FC236}">
                <a16:creationId xmlns:a16="http://schemas.microsoft.com/office/drawing/2014/main" id="{8471EC89-6292-5344-0797-48886FBDB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328" y="5193855"/>
            <a:ext cx="5080094" cy="91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91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C4086F5-5AAC-F692-73E3-87A47A65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E7D59DE-1710-3774-0C67-68BE9673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107693"/>
            <a:ext cx="4305892" cy="1805111"/>
          </a:xfrm>
        </p:spPr>
        <p:txBody>
          <a:bodyPr anchor="ctr">
            <a:normAutofit/>
          </a:bodyPr>
          <a:lstStyle/>
          <a:p>
            <a:r>
              <a:rPr lang="hu-HU"/>
              <a:t>Oldal logika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351B06F-42FD-3E0A-3AA8-C51082644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23526" y="-55243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CF32190-1DF5-5FFF-D532-889495A9B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740000" flipV="1">
            <a:off x="7884803" y="5010325"/>
            <a:ext cx="4324338" cy="1889417"/>
          </a:xfrm>
          <a:custGeom>
            <a:avLst/>
            <a:gdLst>
              <a:gd name="connsiteX0" fmla="*/ 26412 w 4324338"/>
              <a:gd name="connsiteY0" fmla="*/ 1889417 h 1889417"/>
              <a:gd name="connsiteX1" fmla="*/ 4324338 w 4324338"/>
              <a:gd name="connsiteY1" fmla="*/ 1814397 h 1889417"/>
              <a:gd name="connsiteX2" fmla="*/ 2459858 w 4324338"/>
              <a:gd name="connsiteY2" fmla="*/ 403264 h 1889417"/>
              <a:gd name="connsiteX3" fmla="*/ 2414726 w 4324338"/>
              <a:gd name="connsiteY3" fmla="*/ 370852 h 1889417"/>
              <a:gd name="connsiteX4" fmla="*/ 1261883 w 4324338"/>
              <a:gd name="connsiteY4" fmla="*/ 615 h 1889417"/>
              <a:gd name="connsiteX5" fmla="*/ 70385 w 4324338"/>
              <a:gd name="connsiteY5" fmla="*/ 326182 h 1889417"/>
              <a:gd name="connsiteX6" fmla="*/ 0 w 4324338"/>
              <a:gd name="connsiteY6" fmla="*/ 376291 h 188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4338" h="1889417">
                <a:moveTo>
                  <a:pt x="26412" y="1889417"/>
                </a:moveTo>
                <a:lnTo>
                  <a:pt x="4324338" y="1814397"/>
                </a:lnTo>
                <a:lnTo>
                  <a:pt x="2459858" y="403264"/>
                </a:lnTo>
                <a:lnTo>
                  <a:pt x="2414726" y="370852"/>
                </a:lnTo>
                <a:cubicBezTo>
                  <a:pt x="2062641" y="131313"/>
                  <a:pt x="1661870" y="10180"/>
                  <a:pt x="1261883" y="615"/>
                </a:cubicBezTo>
                <a:cubicBezTo>
                  <a:pt x="845229" y="-9347"/>
                  <a:pt x="429425" y="101751"/>
                  <a:pt x="70385" y="326182"/>
                </a:cubicBezTo>
                <a:lnTo>
                  <a:pt x="0" y="376291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Tartalom helye 2">
            <a:extLst>
              <a:ext uri="{FF2B5EF4-FFF2-40B4-BE49-F238E27FC236}">
                <a16:creationId xmlns:a16="http://schemas.microsoft.com/office/drawing/2014/main" id="{CC5786FF-9C81-D7FD-9B10-F01BAA9D8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43000"/>
            <a:ext cx="4953000" cy="38297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/>
              <a:t>Bejelentkezési és regisztrációs felület (Készül)</a:t>
            </a:r>
          </a:p>
          <a:p>
            <a:r>
              <a:rPr lang="hu-HU"/>
              <a:t>Lábjegyzetben az elérhetőségeink találhatóak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hu-HU"/>
          </a:p>
          <a:p>
            <a:endParaRPr lang="hu-HU"/>
          </a:p>
        </p:txBody>
      </p:sp>
      <p:pic>
        <p:nvPicPr>
          <p:cNvPr id="28" name="Kép 27" descr="A képen szöveg, képernyőkép, Betűtípus, sor látható&#10;&#10;Automatikusan generált leírás">
            <a:extLst>
              <a:ext uri="{FF2B5EF4-FFF2-40B4-BE49-F238E27FC236}">
                <a16:creationId xmlns:a16="http://schemas.microsoft.com/office/drawing/2014/main" id="{9C4F75ED-A893-9B44-1AED-52525764F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157" y="3651417"/>
            <a:ext cx="8622632" cy="45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4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0B4F0AD4-7619-011B-2FA7-793E0764A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A65114C3-015C-6D16-DD63-F1A2D3D8F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35524" y="-119829"/>
            <a:ext cx="12204742" cy="6152857"/>
          </a:xfrm>
          <a:custGeom>
            <a:avLst/>
            <a:gdLst>
              <a:gd name="connsiteX0" fmla="*/ 2879413 w 12204742"/>
              <a:gd name="connsiteY0" fmla="*/ 2336 h 6152857"/>
              <a:gd name="connsiteX1" fmla="*/ 140766 w 12204742"/>
              <a:gd name="connsiteY1" fmla="*/ 1212659 h 6152857"/>
              <a:gd name="connsiteX2" fmla="*/ 0 w 12204742"/>
              <a:gd name="connsiteY2" fmla="*/ 1366844 h 6152857"/>
              <a:gd name="connsiteX3" fmla="*/ 83541 w 12204742"/>
              <a:gd name="connsiteY3" fmla="*/ 6152857 h 6152857"/>
              <a:gd name="connsiteX4" fmla="*/ 12204742 w 12204742"/>
              <a:gd name="connsiteY4" fmla="*/ 5941281 h 6152857"/>
              <a:gd name="connsiteX5" fmla="*/ 5349696 w 12204742"/>
              <a:gd name="connsiteY5" fmla="*/ 753031 h 6152857"/>
              <a:gd name="connsiteX6" fmla="*/ 5265419 w 12204742"/>
              <a:gd name="connsiteY6" fmla="*/ 692507 h 6152857"/>
              <a:gd name="connsiteX7" fmla="*/ 3112670 w 12204742"/>
              <a:gd name="connsiteY7" fmla="*/ 1150 h 6152857"/>
              <a:gd name="connsiteX8" fmla="*/ 2879413 w 12204742"/>
              <a:gd name="connsiteY8" fmla="*/ 2336 h 615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4742" h="6152857">
                <a:moveTo>
                  <a:pt x="2879413" y="2336"/>
                </a:moveTo>
                <a:cubicBezTo>
                  <a:pt x="1869738" y="36741"/>
                  <a:pt x="880393" y="450749"/>
                  <a:pt x="140766" y="1212659"/>
                </a:cubicBezTo>
                <a:lnTo>
                  <a:pt x="0" y="1366844"/>
                </a:lnTo>
                <a:lnTo>
                  <a:pt x="83541" y="6152857"/>
                </a:lnTo>
                <a:lnTo>
                  <a:pt x="12204742" y="5941281"/>
                </a:lnTo>
                <a:lnTo>
                  <a:pt x="5349696" y="753031"/>
                </a:lnTo>
                <a:lnTo>
                  <a:pt x="5265419" y="692507"/>
                </a:lnTo>
                <a:cubicBezTo>
                  <a:pt x="4607957" y="245206"/>
                  <a:pt x="3859582" y="19009"/>
                  <a:pt x="3112670" y="1150"/>
                </a:cubicBezTo>
                <a:cubicBezTo>
                  <a:pt x="3034867" y="-711"/>
                  <a:pt x="2957079" y="-310"/>
                  <a:pt x="2879413" y="2336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0DE25D-3C39-6CF1-F12B-DA34ABE60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850005"/>
            <a:ext cx="6196885" cy="1655289"/>
          </a:xfrm>
        </p:spPr>
        <p:txBody>
          <a:bodyPr>
            <a:normAutofit/>
          </a:bodyPr>
          <a:lstStyle/>
          <a:p>
            <a:r>
              <a:rPr lang="hu-HU" sz="4800"/>
              <a:t>Munkaelosztás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22E104F-9B3C-C41B-B61B-40CBF2108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2514600"/>
            <a:ext cx="4637540" cy="127972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hu-HU" sz="1700"/>
              <a:t>Marcell : WPF(</a:t>
            </a:r>
            <a:r>
              <a:rPr lang="hu-HU" sz="1700" err="1"/>
              <a:t>Admin</a:t>
            </a:r>
            <a:r>
              <a:rPr lang="hu-HU" sz="1700"/>
              <a:t> felület)</a:t>
            </a:r>
          </a:p>
          <a:p>
            <a:pPr>
              <a:lnSpc>
                <a:spcPct val="110000"/>
              </a:lnSpc>
            </a:pPr>
            <a:r>
              <a:rPr lang="hu-HU" sz="1700"/>
              <a:t>Szabolcs : Back-end(Adatbázis)</a:t>
            </a:r>
          </a:p>
          <a:p>
            <a:pPr>
              <a:lnSpc>
                <a:spcPct val="110000"/>
              </a:lnSpc>
            </a:pPr>
            <a:r>
              <a:rPr lang="hu-HU" sz="1700"/>
              <a:t>Domonkos : Front-end(Felhasználói felület)</a:t>
            </a:r>
          </a:p>
        </p:txBody>
      </p:sp>
    </p:spTree>
    <p:extLst>
      <p:ext uri="{BB962C8B-B14F-4D97-AF65-F5344CB8AC3E}">
        <p14:creationId xmlns:p14="http://schemas.microsoft.com/office/powerpoint/2010/main" val="3782675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2">
            <a:extLst>
              <a:ext uri="{FF2B5EF4-FFF2-40B4-BE49-F238E27FC236}">
                <a16:creationId xmlns:a16="http://schemas.microsoft.com/office/drawing/2014/main" id="{41A06B62-8BB1-9677-4094-5FB84178B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2E0F5A3-2B44-1030-9AFF-4536D500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1143000"/>
            <a:ext cx="3924299" cy="16122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Adatbázis-terv</a:t>
            </a:r>
          </a:p>
        </p:txBody>
      </p:sp>
      <p:pic>
        <p:nvPicPr>
          <p:cNvPr id="8" name="Tartalom helye 7" descr="A képen szöveg, képernyőkép, diagram, tervezés látható&#10;&#10;Automatikusan generált leírás">
            <a:extLst>
              <a:ext uri="{FF2B5EF4-FFF2-40B4-BE49-F238E27FC236}">
                <a16:creationId xmlns:a16="http://schemas.microsoft.com/office/drawing/2014/main" id="{3FCBED20-295B-977A-D302-283537397A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28012" y="2062989"/>
            <a:ext cx="6378424" cy="2372918"/>
          </a:xfrm>
          <a:prstGeom prst="rect">
            <a:avLst/>
          </a:prstGeom>
        </p:spPr>
      </p:pic>
      <p:sp>
        <p:nvSpPr>
          <p:cNvPr id="7" name="Tartalom helye 6">
            <a:extLst>
              <a:ext uri="{FF2B5EF4-FFF2-40B4-BE49-F238E27FC236}">
                <a16:creationId xmlns:a16="http://schemas.microsoft.com/office/drawing/2014/main" id="{249EB6A2-9BD2-F3D5-082E-3061D3D1E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2380" y="2763125"/>
            <a:ext cx="4195816" cy="29518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4 tábla(Szavazás,felhasználók,Tagek,segítségkérések)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9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90DBD6-D844-D1C4-9B2A-ACD4697E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73" y="385394"/>
            <a:ext cx="2349727" cy="723064"/>
          </a:xfrm>
        </p:spPr>
        <p:txBody>
          <a:bodyPr>
            <a:normAutofit/>
          </a:bodyPr>
          <a:lstStyle/>
          <a:p>
            <a:r>
              <a:rPr lang="hu-HU" dirty="0" err="1"/>
              <a:t>Wireframe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67954501-DB7B-AB34-4527-F112C9006201}"/>
              </a:ext>
            </a:extLst>
          </p:cNvPr>
          <p:cNvSpPr/>
          <p:nvPr/>
        </p:nvSpPr>
        <p:spPr>
          <a:xfrm>
            <a:off x="401052" y="1313447"/>
            <a:ext cx="2927684" cy="5303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364609B-195E-558F-CCB0-8A3021E66DDA}"/>
              </a:ext>
            </a:extLst>
          </p:cNvPr>
          <p:cNvSpPr/>
          <p:nvPr/>
        </p:nvSpPr>
        <p:spPr>
          <a:xfrm>
            <a:off x="4682290" y="1313447"/>
            <a:ext cx="3418972" cy="5303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005E8596-6CD7-5EB3-BA50-283565790DE6}"/>
              </a:ext>
            </a:extLst>
          </p:cNvPr>
          <p:cNvSpPr/>
          <p:nvPr/>
        </p:nvSpPr>
        <p:spPr>
          <a:xfrm>
            <a:off x="9063790" y="1313446"/>
            <a:ext cx="3007894" cy="5303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CEFAC5BE-E49A-1301-7F7B-295DFFE9B292}"/>
              </a:ext>
            </a:extLst>
          </p:cNvPr>
          <p:cNvSpPr/>
          <p:nvPr/>
        </p:nvSpPr>
        <p:spPr>
          <a:xfrm>
            <a:off x="561473" y="1483895"/>
            <a:ext cx="1654342" cy="4010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711D237E-E493-0E9A-064E-1F57654442A8}"/>
              </a:ext>
            </a:extLst>
          </p:cNvPr>
          <p:cNvSpPr/>
          <p:nvPr/>
        </p:nvSpPr>
        <p:spPr>
          <a:xfrm>
            <a:off x="1864894" y="2596814"/>
            <a:ext cx="1353553" cy="3489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4F9F015F-F1C5-EA82-7AD8-788F2A60A841}"/>
              </a:ext>
            </a:extLst>
          </p:cNvPr>
          <p:cNvSpPr/>
          <p:nvPr/>
        </p:nvSpPr>
        <p:spPr>
          <a:xfrm>
            <a:off x="5053263" y="1574131"/>
            <a:ext cx="1744578" cy="5013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8483B318-55B4-0A4D-26D0-C5C653BC60D3}"/>
              </a:ext>
            </a:extLst>
          </p:cNvPr>
          <p:cNvSpPr/>
          <p:nvPr/>
        </p:nvSpPr>
        <p:spPr>
          <a:xfrm>
            <a:off x="4842711" y="2396289"/>
            <a:ext cx="1363578" cy="38801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25D30B7F-B68B-8E36-41D2-1B9025DCA1F4}"/>
              </a:ext>
            </a:extLst>
          </p:cNvPr>
          <p:cNvSpPr/>
          <p:nvPr/>
        </p:nvSpPr>
        <p:spPr>
          <a:xfrm>
            <a:off x="6627395" y="2396289"/>
            <a:ext cx="1233235" cy="38801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28F35AAD-6DDC-EB01-9C57-EA69B3A6219B}"/>
              </a:ext>
            </a:extLst>
          </p:cNvPr>
          <p:cNvSpPr/>
          <p:nvPr/>
        </p:nvSpPr>
        <p:spPr>
          <a:xfrm>
            <a:off x="9224210" y="1473868"/>
            <a:ext cx="1764631" cy="4812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A836EF58-E77A-3A03-D072-C5BBE4A4F148}"/>
              </a:ext>
            </a:extLst>
          </p:cNvPr>
          <p:cNvSpPr/>
          <p:nvPr/>
        </p:nvSpPr>
        <p:spPr>
          <a:xfrm>
            <a:off x="571500" y="2265947"/>
            <a:ext cx="1153026" cy="14838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D12F46E8-FBAE-4F90-8846-2C28FE290C44}"/>
              </a:ext>
            </a:extLst>
          </p:cNvPr>
          <p:cNvSpPr/>
          <p:nvPr/>
        </p:nvSpPr>
        <p:spPr>
          <a:xfrm>
            <a:off x="431131" y="6316578"/>
            <a:ext cx="2827421" cy="190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6491410A-A238-6341-A816-4D982AE8D1F8}"/>
              </a:ext>
            </a:extLst>
          </p:cNvPr>
          <p:cNvSpPr/>
          <p:nvPr/>
        </p:nvSpPr>
        <p:spPr>
          <a:xfrm>
            <a:off x="4732421" y="6366710"/>
            <a:ext cx="3238500" cy="16042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2EBA9A7A-2504-FC05-2FD4-BDE5B1393B72}"/>
              </a:ext>
            </a:extLst>
          </p:cNvPr>
          <p:cNvSpPr/>
          <p:nvPr/>
        </p:nvSpPr>
        <p:spPr>
          <a:xfrm>
            <a:off x="9194131" y="6306552"/>
            <a:ext cx="2707105" cy="18047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8638DB75-7AD5-8D15-5F8B-1860DE4350B1}"/>
              </a:ext>
            </a:extLst>
          </p:cNvPr>
          <p:cNvSpPr/>
          <p:nvPr/>
        </p:nvSpPr>
        <p:spPr>
          <a:xfrm>
            <a:off x="9986211" y="4231105"/>
            <a:ext cx="1233236" cy="16242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6786F7B5-D3FA-2E52-FC97-8FAA12678EF3}"/>
              </a:ext>
            </a:extLst>
          </p:cNvPr>
          <p:cNvSpPr/>
          <p:nvPr/>
        </p:nvSpPr>
        <p:spPr>
          <a:xfrm>
            <a:off x="10708104" y="2265947"/>
            <a:ext cx="1193131" cy="16142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109C6FB7-6E6C-D69D-D48B-D7336C66C254}"/>
              </a:ext>
            </a:extLst>
          </p:cNvPr>
          <p:cNvSpPr/>
          <p:nvPr/>
        </p:nvSpPr>
        <p:spPr>
          <a:xfrm>
            <a:off x="9224210" y="2285999"/>
            <a:ext cx="1122947" cy="15841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Szabadkéz 19">
                <a:extLst>
                  <a:ext uri="{FF2B5EF4-FFF2-40B4-BE49-F238E27FC236}">
                    <a16:creationId xmlns:a16="http://schemas.microsoft.com/office/drawing/2014/main" id="{4BC8E3AB-5B40-8132-5C0C-4518618B905A}"/>
                  </a:ext>
                </a:extLst>
              </p14:cNvPr>
              <p14:cNvContentPartPr/>
              <p14:nvPr/>
            </p14:nvContentPartPr>
            <p14:xfrm>
              <a:off x="611605" y="1546257"/>
              <a:ext cx="1524063" cy="328664"/>
            </p14:xfrm>
          </p:contentPart>
        </mc:Choice>
        <mc:Fallback>
          <p:pic>
            <p:nvPicPr>
              <p:cNvPr id="20" name="Szabadkéz 19">
                <a:extLst>
                  <a:ext uri="{FF2B5EF4-FFF2-40B4-BE49-F238E27FC236}">
                    <a16:creationId xmlns:a16="http://schemas.microsoft.com/office/drawing/2014/main" id="{4BC8E3AB-5B40-8132-5C0C-4518618B90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3971" y="1528278"/>
                <a:ext cx="1559690" cy="364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Szabadkéz 20">
                <a:extLst>
                  <a:ext uri="{FF2B5EF4-FFF2-40B4-BE49-F238E27FC236}">
                    <a16:creationId xmlns:a16="http://schemas.microsoft.com/office/drawing/2014/main" id="{4BAF43C1-535C-C86F-16B0-8BC11E7DC54F}"/>
                  </a:ext>
                </a:extLst>
              </p14:cNvPr>
              <p14:cNvContentPartPr/>
              <p14:nvPr/>
            </p14:nvContentPartPr>
            <p14:xfrm>
              <a:off x="581526" y="1534025"/>
              <a:ext cx="1562964" cy="284681"/>
            </p14:xfrm>
          </p:contentPart>
        </mc:Choice>
        <mc:Fallback>
          <p:pic>
            <p:nvPicPr>
              <p:cNvPr id="21" name="Szabadkéz 20">
                <a:extLst>
                  <a:ext uri="{FF2B5EF4-FFF2-40B4-BE49-F238E27FC236}">
                    <a16:creationId xmlns:a16="http://schemas.microsoft.com/office/drawing/2014/main" id="{4BAF43C1-535C-C86F-16B0-8BC11E7DC5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532" y="1516053"/>
                <a:ext cx="1598592" cy="3202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Szabadkéz 21">
                <a:extLst>
                  <a:ext uri="{FF2B5EF4-FFF2-40B4-BE49-F238E27FC236}">
                    <a16:creationId xmlns:a16="http://schemas.microsoft.com/office/drawing/2014/main" id="{1FEB25CB-93DF-50AA-6EAA-F46C6CE97C13}"/>
                  </a:ext>
                </a:extLst>
              </p14:cNvPr>
              <p14:cNvContentPartPr/>
              <p14:nvPr/>
            </p14:nvContentPartPr>
            <p14:xfrm>
              <a:off x="601579" y="2348452"/>
              <a:ext cx="1061576" cy="1341231"/>
            </p14:xfrm>
          </p:contentPart>
        </mc:Choice>
        <mc:Fallback>
          <p:pic>
            <p:nvPicPr>
              <p:cNvPr id="22" name="Szabadkéz 21">
                <a:extLst>
                  <a:ext uri="{FF2B5EF4-FFF2-40B4-BE49-F238E27FC236}">
                    <a16:creationId xmlns:a16="http://schemas.microsoft.com/office/drawing/2014/main" id="{1FEB25CB-93DF-50AA-6EAA-F46C6CE97C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3586" y="2330459"/>
                <a:ext cx="1097202" cy="1376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Szabadkéz 22">
                <a:extLst>
                  <a:ext uri="{FF2B5EF4-FFF2-40B4-BE49-F238E27FC236}">
                    <a16:creationId xmlns:a16="http://schemas.microsoft.com/office/drawing/2014/main" id="{6FAD012F-0CC1-2054-B5F7-1A065B3BEB18}"/>
                  </a:ext>
                </a:extLst>
              </p14:cNvPr>
              <p14:cNvContentPartPr/>
              <p14:nvPr/>
            </p14:nvContentPartPr>
            <p14:xfrm>
              <a:off x="601578" y="2296026"/>
              <a:ext cx="1044939" cy="1433963"/>
            </p14:xfrm>
          </p:contentPart>
        </mc:Choice>
        <mc:Fallback>
          <p:pic>
            <p:nvPicPr>
              <p:cNvPr id="23" name="Szabadkéz 22">
                <a:extLst>
                  <a:ext uri="{FF2B5EF4-FFF2-40B4-BE49-F238E27FC236}">
                    <a16:creationId xmlns:a16="http://schemas.microsoft.com/office/drawing/2014/main" id="{6FAD012F-0CC1-2054-B5F7-1A065B3BEB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587" y="2278389"/>
                <a:ext cx="1080562" cy="1469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" name="Szabadkéz 23">
                <a:extLst>
                  <a:ext uri="{FF2B5EF4-FFF2-40B4-BE49-F238E27FC236}">
                    <a16:creationId xmlns:a16="http://schemas.microsoft.com/office/drawing/2014/main" id="{4527ABE7-129B-BFCE-D9CF-B1FC7956D959}"/>
                  </a:ext>
                </a:extLst>
              </p14:cNvPr>
              <p14:cNvContentPartPr/>
              <p14:nvPr/>
            </p14:nvContentPartPr>
            <p14:xfrm>
              <a:off x="1874921" y="2646947"/>
              <a:ext cx="1252448" cy="3391661"/>
            </p14:xfrm>
          </p:contentPart>
        </mc:Choice>
        <mc:Fallback>
          <p:pic>
            <p:nvPicPr>
              <p:cNvPr id="24" name="Szabadkéz 23">
                <a:extLst>
                  <a:ext uri="{FF2B5EF4-FFF2-40B4-BE49-F238E27FC236}">
                    <a16:creationId xmlns:a16="http://schemas.microsoft.com/office/drawing/2014/main" id="{4527ABE7-129B-BFCE-D9CF-B1FC7956D9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6926" y="2629308"/>
                <a:ext cx="1288078" cy="3427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Szabadkéz 24">
                <a:extLst>
                  <a:ext uri="{FF2B5EF4-FFF2-40B4-BE49-F238E27FC236}">
                    <a16:creationId xmlns:a16="http://schemas.microsoft.com/office/drawing/2014/main" id="{07A8CDFD-D93F-5931-A721-2CE9BD8F7FFE}"/>
                  </a:ext>
                </a:extLst>
              </p14:cNvPr>
              <p14:cNvContentPartPr/>
              <p14:nvPr/>
            </p14:nvContentPartPr>
            <p14:xfrm>
              <a:off x="1894973" y="2623853"/>
              <a:ext cx="1247025" cy="3391936"/>
            </p14:xfrm>
          </p:contentPart>
        </mc:Choice>
        <mc:Fallback>
          <p:pic>
            <p:nvPicPr>
              <p:cNvPr id="25" name="Szabadkéz 24">
                <a:extLst>
                  <a:ext uri="{FF2B5EF4-FFF2-40B4-BE49-F238E27FC236}">
                    <a16:creationId xmlns:a16="http://schemas.microsoft.com/office/drawing/2014/main" id="{07A8CDFD-D93F-5931-A721-2CE9BD8F7FF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76978" y="2605855"/>
                <a:ext cx="1282654" cy="34275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Szabadkéz 25">
                <a:extLst>
                  <a:ext uri="{FF2B5EF4-FFF2-40B4-BE49-F238E27FC236}">
                    <a16:creationId xmlns:a16="http://schemas.microsoft.com/office/drawing/2014/main" id="{5F0BB762-1F4B-E058-CC40-75352B0AE35C}"/>
                  </a:ext>
                </a:extLst>
              </p14:cNvPr>
              <p14:cNvContentPartPr/>
              <p14:nvPr/>
            </p14:nvContentPartPr>
            <p14:xfrm>
              <a:off x="451184" y="6406378"/>
              <a:ext cx="2782872" cy="21188"/>
            </p14:xfrm>
          </p:contentPart>
        </mc:Choice>
        <mc:Fallback>
          <p:pic>
            <p:nvPicPr>
              <p:cNvPr id="26" name="Szabadkéz 25">
                <a:extLst>
                  <a:ext uri="{FF2B5EF4-FFF2-40B4-BE49-F238E27FC236}">
                    <a16:creationId xmlns:a16="http://schemas.microsoft.com/office/drawing/2014/main" id="{5F0BB762-1F4B-E058-CC40-75352B0AE3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3186" y="6389074"/>
                <a:ext cx="2818508" cy="56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Szabadkéz 26">
                <a:extLst>
                  <a:ext uri="{FF2B5EF4-FFF2-40B4-BE49-F238E27FC236}">
                    <a16:creationId xmlns:a16="http://schemas.microsoft.com/office/drawing/2014/main" id="{030A1B22-4007-6EEC-F175-4F5FB59764CA}"/>
                  </a:ext>
                </a:extLst>
              </p14:cNvPr>
              <p14:cNvContentPartPr/>
              <p14:nvPr/>
            </p14:nvContentPartPr>
            <p14:xfrm>
              <a:off x="4772525" y="6406128"/>
              <a:ext cx="3127313" cy="101467"/>
            </p14:xfrm>
          </p:contentPart>
        </mc:Choice>
        <mc:Fallback>
          <p:pic>
            <p:nvPicPr>
              <p:cNvPr id="27" name="Szabadkéz 26">
                <a:extLst>
                  <a:ext uri="{FF2B5EF4-FFF2-40B4-BE49-F238E27FC236}">
                    <a16:creationId xmlns:a16="http://schemas.microsoft.com/office/drawing/2014/main" id="{030A1B22-4007-6EEC-F175-4F5FB59764C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54887" y="6388201"/>
                <a:ext cx="3162949" cy="136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8" name="Szabadkéz 27">
                <a:extLst>
                  <a:ext uri="{FF2B5EF4-FFF2-40B4-BE49-F238E27FC236}">
                    <a16:creationId xmlns:a16="http://schemas.microsoft.com/office/drawing/2014/main" id="{E04D67D7-AE23-3BC6-DE56-6190A3FE43E8}"/>
                  </a:ext>
                </a:extLst>
              </p14:cNvPr>
              <p14:cNvContentPartPr/>
              <p14:nvPr/>
            </p14:nvContentPartPr>
            <p14:xfrm>
              <a:off x="4931819" y="2426368"/>
              <a:ext cx="1264443" cy="3768332"/>
            </p14:xfrm>
          </p:contentPart>
        </mc:Choice>
        <mc:Fallback>
          <p:pic>
            <p:nvPicPr>
              <p:cNvPr id="28" name="Szabadkéz 27">
                <a:extLst>
                  <a:ext uri="{FF2B5EF4-FFF2-40B4-BE49-F238E27FC236}">
                    <a16:creationId xmlns:a16="http://schemas.microsoft.com/office/drawing/2014/main" id="{E04D67D7-AE23-3BC6-DE56-6190A3FE43E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13822" y="2408730"/>
                <a:ext cx="1300076" cy="3803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" name="Szabadkéz 28">
                <a:extLst>
                  <a:ext uri="{FF2B5EF4-FFF2-40B4-BE49-F238E27FC236}">
                    <a16:creationId xmlns:a16="http://schemas.microsoft.com/office/drawing/2014/main" id="{B184E0D8-05CD-5837-45F9-10643B9AE13A}"/>
                  </a:ext>
                </a:extLst>
              </p14:cNvPr>
              <p14:cNvContentPartPr/>
              <p14:nvPr/>
            </p14:nvContentPartPr>
            <p14:xfrm>
              <a:off x="4958304" y="2507161"/>
              <a:ext cx="1172204" cy="3699128"/>
            </p14:xfrm>
          </p:contentPart>
        </mc:Choice>
        <mc:Fallback>
          <p:pic>
            <p:nvPicPr>
              <p:cNvPr id="29" name="Szabadkéz 28">
                <a:extLst>
                  <a:ext uri="{FF2B5EF4-FFF2-40B4-BE49-F238E27FC236}">
                    <a16:creationId xmlns:a16="http://schemas.microsoft.com/office/drawing/2014/main" id="{B184E0D8-05CD-5837-45F9-10643B9AE13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40309" y="2489162"/>
                <a:ext cx="1207834" cy="37347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" name="Szabadkéz 29">
                <a:extLst>
                  <a:ext uri="{FF2B5EF4-FFF2-40B4-BE49-F238E27FC236}">
                    <a16:creationId xmlns:a16="http://schemas.microsoft.com/office/drawing/2014/main" id="{36FBA8DC-70A6-7CCB-1283-15413FEB751E}"/>
                  </a:ext>
                </a:extLst>
              </p14:cNvPr>
              <p14:cNvContentPartPr/>
              <p14:nvPr/>
            </p14:nvContentPartPr>
            <p14:xfrm>
              <a:off x="6685286" y="2456447"/>
              <a:ext cx="1089104" cy="3715640"/>
            </p14:xfrm>
          </p:contentPart>
        </mc:Choice>
        <mc:Fallback>
          <p:pic>
            <p:nvPicPr>
              <p:cNvPr id="30" name="Szabadkéz 29">
                <a:extLst>
                  <a:ext uri="{FF2B5EF4-FFF2-40B4-BE49-F238E27FC236}">
                    <a16:creationId xmlns:a16="http://schemas.microsoft.com/office/drawing/2014/main" id="{36FBA8DC-70A6-7CCB-1283-15413FEB75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67290" y="2438448"/>
                <a:ext cx="1124736" cy="37512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2" name="Szabadkéz 31">
                <a:extLst>
                  <a:ext uri="{FF2B5EF4-FFF2-40B4-BE49-F238E27FC236}">
                    <a16:creationId xmlns:a16="http://schemas.microsoft.com/office/drawing/2014/main" id="{0D54D8DC-F3E1-5A3A-6392-D3CF6C28FA1E}"/>
                  </a:ext>
                </a:extLst>
              </p14:cNvPr>
              <p14:cNvContentPartPr/>
              <p14:nvPr/>
            </p14:nvContentPartPr>
            <p14:xfrm>
              <a:off x="6701389" y="2426368"/>
              <a:ext cx="1139189" cy="3735473"/>
            </p14:xfrm>
          </p:contentPart>
        </mc:Choice>
        <mc:Fallback>
          <p:pic>
            <p:nvPicPr>
              <p:cNvPr id="32" name="Szabadkéz 31">
                <a:extLst>
                  <a:ext uri="{FF2B5EF4-FFF2-40B4-BE49-F238E27FC236}">
                    <a16:creationId xmlns:a16="http://schemas.microsoft.com/office/drawing/2014/main" id="{0D54D8DC-F3E1-5A3A-6392-D3CF6C28FA1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683752" y="2408729"/>
                <a:ext cx="1174822" cy="3771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3" name="Szabadkéz 32">
                <a:extLst>
                  <a:ext uri="{FF2B5EF4-FFF2-40B4-BE49-F238E27FC236}">
                    <a16:creationId xmlns:a16="http://schemas.microsoft.com/office/drawing/2014/main" id="{808DC79E-5B2C-D77F-AB76-A2281928E6B3}"/>
                  </a:ext>
                </a:extLst>
              </p14:cNvPr>
              <p14:cNvContentPartPr/>
              <p14:nvPr/>
            </p14:nvContentPartPr>
            <p14:xfrm>
              <a:off x="5093368" y="1650696"/>
              <a:ext cx="1522092" cy="394672"/>
            </p14:xfrm>
          </p:contentPart>
        </mc:Choice>
        <mc:Fallback>
          <p:pic>
            <p:nvPicPr>
              <p:cNvPr id="33" name="Szabadkéz 32">
                <a:extLst>
                  <a:ext uri="{FF2B5EF4-FFF2-40B4-BE49-F238E27FC236}">
                    <a16:creationId xmlns:a16="http://schemas.microsoft.com/office/drawing/2014/main" id="{808DC79E-5B2C-D77F-AB76-A2281928E6B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75372" y="1633067"/>
                <a:ext cx="1557724" cy="430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4" name="Szabadkéz 33">
                <a:extLst>
                  <a:ext uri="{FF2B5EF4-FFF2-40B4-BE49-F238E27FC236}">
                    <a16:creationId xmlns:a16="http://schemas.microsoft.com/office/drawing/2014/main" id="{32D3F3D3-1030-0407-893C-8827DF8944F3}"/>
                  </a:ext>
                </a:extLst>
              </p14:cNvPr>
              <p14:cNvContentPartPr/>
              <p14:nvPr/>
            </p14:nvContentPartPr>
            <p14:xfrm>
              <a:off x="5093368" y="1614236"/>
              <a:ext cx="1633504" cy="348969"/>
            </p14:xfrm>
          </p:contentPart>
        </mc:Choice>
        <mc:Fallback>
          <p:pic>
            <p:nvPicPr>
              <p:cNvPr id="34" name="Szabadkéz 33">
                <a:extLst>
                  <a:ext uri="{FF2B5EF4-FFF2-40B4-BE49-F238E27FC236}">
                    <a16:creationId xmlns:a16="http://schemas.microsoft.com/office/drawing/2014/main" id="{32D3F3D3-1030-0407-893C-8827DF8944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75374" y="1596608"/>
                <a:ext cx="1669132" cy="384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5" name="Szabadkéz 34">
                <a:extLst>
                  <a:ext uri="{FF2B5EF4-FFF2-40B4-BE49-F238E27FC236}">
                    <a16:creationId xmlns:a16="http://schemas.microsoft.com/office/drawing/2014/main" id="{1CF166A7-B5B1-3FBB-60E5-B10C5812336C}"/>
                  </a:ext>
                </a:extLst>
              </p14:cNvPr>
              <p14:cNvContentPartPr/>
              <p14:nvPr/>
            </p14:nvContentPartPr>
            <p14:xfrm>
              <a:off x="9254289" y="1513973"/>
              <a:ext cx="1654000" cy="345222"/>
            </p14:xfrm>
          </p:contentPart>
        </mc:Choice>
        <mc:Fallback>
          <p:pic>
            <p:nvPicPr>
              <p:cNvPr id="35" name="Szabadkéz 34">
                <a:extLst>
                  <a:ext uri="{FF2B5EF4-FFF2-40B4-BE49-F238E27FC236}">
                    <a16:creationId xmlns:a16="http://schemas.microsoft.com/office/drawing/2014/main" id="{1CF166A7-B5B1-3FBB-60E5-B10C5812336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236651" y="1495993"/>
                <a:ext cx="1689636" cy="380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6" name="Szabadkéz 35">
                <a:extLst>
                  <a:ext uri="{FF2B5EF4-FFF2-40B4-BE49-F238E27FC236}">
                    <a16:creationId xmlns:a16="http://schemas.microsoft.com/office/drawing/2014/main" id="{825FDFCE-05DD-88BC-24DC-87D2B898E244}"/>
                  </a:ext>
                </a:extLst>
              </p14:cNvPr>
              <p14:cNvContentPartPr/>
              <p14:nvPr/>
            </p14:nvContentPartPr>
            <p14:xfrm>
              <a:off x="9385395" y="1513973"/>
              <a:ext cx="1533262" cy="431499"/>
            </p14:xfrm>
          </p:contentPart>
        </mc:Choice>
        <mc:Fallback>
          <p:pic>
            <p:nvPicPr>
              <p:cNvPr id="36" name="Szabadkéz 35">
                <a:extLst>
                  <a:ext uri="{FF2B5EF4-FFF2-40B4-BE49-F238E27FC236}">
                    <a16:creationId xmlns:a16="http://schemas.microsoft.com/office/drawing/2014/main" id="{825FDFCE-05DD-88BC-24DC-87D2B898E2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67759" y="1495994"/>
                <a:ext cx="1568894" cy="4670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7" name="Szabadkéz 36">
                <a:extLst>
                  <a:ext uri="{FF2B5EF4-FFF2-40B4-BE49-F238E27FC236}">
                    <a16:creationId xmlns:a16="http://schemas.microsoft.com/office/drawing/2014/main" id="{9DDF464B-902A-21C8-5A09-8A2105D3A0B9}"/>
                  </a:ext>
                </a:extLst>
              </p14:cNvPr>
              <p14:cNvContentPartPr/>
              <p14:nvPr/>
            </p14:nvContentPartPr>
            <p14:xfrm>
              <a:off x="9244263" y="2323986"/>
              <a:ext cx="1054750" cy="1496040"/>
            </p14:xfrm>
          </p:contentPart>
        </mc:Choice>
        <mc:Fallback>
          <p:pic>
            <p:nvPicPr>
              <p:cNvPr id="37" name="Szabadkéz 36">
                <a:extLst>
                  <a:ext uri="{FF2B5EF4-FFF2-40B4-BE49-F238E27FC236}">
                    <a16:creationId xmlns:a16="http://schemas.microsoft.com/office/drawing/2014/main" id="{9DDF464B-902A-21C8-5A09-8A2105D3A0B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26270" y="2306352"/>
                <a:ext cx="1090376" cy="1531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8" name="Szabadkéz 37">
                <a:extLst>
                  <a:ext uri="{FF2B5EF4-FFF2-40B4-BE49-F238E27FC236}">
                    <a16:creationId xmlns:a16="http://schemas.microsoft.com/office/drawing/2014/main" id="{3EEFE320-7DBD-C219-B221-557B27841CD7}"/>
                  </a:ext>
                </a:extLst>
              </p14:cNvPr>
              <p14:cNvContentPartPr/>
              <p14:nvPr/>
            </p14:nvContentPartPr>
            <p14:xfrm>
              <a:off x="9259886" y="2316078"/>
              <a:ext cx="994598" cy="1512577"/>
            </p14:xfrm>
          </p:contentPart>
        </mc:Choice>
        <mc:Fallback>
          <p:pic>
            <p:nvPicPr>
              <p:cNvPr id="38" name="Szabadkéz 37">
                <a:extLst>
                  <a:ext uri="{FF2B5EF4-FFF2-40B4-BE49-F238E27FC236}">
                    <a16:creationId xmlns:a16="http://schemas.microsoft.com/office/drawing/2014/main" id="{3EEFE320-7DBD-C219-B221-557B27841CD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241894" y="2298444"/>
                <a:ext cx="1030222" cy="15482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9" name="Szabadkéz 38">
                <a:extLst>
                  <a:ext uri="{FF2B5EF4-FFF2-40B4-BE49-F238E27FC236}">
                    <a16:creationId xmlns:a16="http://schemas.microsoft.com/office/drawing/2014/main" id="{DE7A93EB-2C34-8B9F-9EC7-25966174161A}"/>
                  </a:ext>
                </a:extLst>
              </p14:cNvPr>
              <p14:cNvContentPartPr/>
              <p14:nvPr/>
            </p14:nvContentPartPr>
            <p14:xfrm>
              <a:off x="10026315" y="4334246"/>
              <a:ext cx="1055227" cy="1460964"/>
            </p14:xfrm>
          </p:contentPart>
        </mc:Choice>
        <mc:Fallback>
          <p:pic>
            <p:nvPicPr>
              <p:cNvPr id="39" name="Szabadkéz 38">
                <a:extLst>
                  <a:ext uri="{FF2B5EF4-FFF2-40B4-BE49-F238E27FC236}">
                    <a16:creationId xmlns:a16="http://schemas.microsoft.com/office/drawing/2014/main" id="{DE7A93EB-2C34-8B9F-9EC7-25966174161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008680" y="4316609"/>
                <a:ext cx="1090857" cy="1496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0" name="Szabadkéz 39">
                <a:extLst>
                  <a:ext uri="{FF2B5EF4-FFF2-40B4-BE49-F238E27FC236}">
                    <a16:creationId xmlns:a16="http://schemas.microsoft.com/office/drawing/2014/main" id="{D2714DA0-94F3-B3FC-42AE-ADDF6997D94E}"/>
                  </a:ext>
                </a:extLst>
              </p14:cNvPr>
              <p14:cNvContentPartPr/>
              <p14:nvPr/>
            </p14:nvContentPartPr>
            <p14:xfrm>
              <a:off x="10026315" y="4291263"/>
              <a:ext cx="1095157" cy="1421879"/>
            </p14:xfrm>
          </p:contentPart>
        </mc:Choice>
        <mc:Fallback>
          <p:pic>
            <p:nvPicPr>
              <p:cNvPr id="40" name="Szabadkéz 39">
                <a:extLst>
                  <a:ext uri="{FF2B5EF4-FFF2-40B4-BE49-F238E27FC236}">
                    <a16:creationId xmlns:a16="http://schemas.microsoft.com/office/drawing/2014/main" id="{D2714DA0-94F3-B3FC-42AE-ADDF6997D94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008680" y="4273269"/>
                <a:ext cx="1130786" cy="14575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1" name="Szabadkéz 40">
                <a:extLst>
                  <a:ext uri="{FF2B5EF4-FFF2-40B4-BE49-F238E27FC236}">
                    <a16:creationId xmlns:a16="http://schemas.microsoft.com/office/drawing/2014/main" id="{3EBFA815-48DC-E78B-9EC8-A9C8A186F67B}"/>
                  </a:ext>
                </a:extLst>
              </p14:cNvPr>
              <p14:cNvContentPartPr/>
              <p14:nvPr/>
            </p14:nvContentPartPr>
            <p14:xfrm>
              <a:off x="10728158" y="2415705"/>
              <a:ext cx="1063848" cy="1394294"/>
            </p14:xfrm>
          </p:contentPart>
        </mc:Choice>
        <mc:Fallback>
          <p:pic>
            <p:nvPicPr>
              <p:cNvPr id="41" name="Szabadkéz 40">
                <a:extLst>
                  <a:ext uri="{FF2B5EF4-FFF2-40B4-BE49-F238E27FC236}">
                    <a16:creationId xmlns:a16="http://schemas.microsoft.com/office/drawing/2014/main" id="{3EBFA815-48DC-E78B-9EC8-A9C8A186F67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710163" y="2398069"/>
                <a:ext cx="1099478" cy="1429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2" name="Szabadkéz 41">
                <a:extLst>
                  <a:ext uri="{FF2B5EF4-FFF2-40B4-BE49-F238E27FC236}">
                    <a16:creationId xmlns:a16="http://schemas.microsoft.com/office/drawing/2014/main" id="{B012DC95-F4C1-9D1B-1F0B-A127BCC7D9C3}"/>
                  </a:ext>
                </a:extLst>
              </p14:cNvPr>
              <p14:cNvContentPartPr/>
              <p14:nvPr/>
            </p14:nvContentPartPr>
            <p14:xfrm>
              <a:off x="10738183" y="2321675"/>
              <a:ext cx="1023837" cy="1527250"/>
            </p14:xfrm>
          </p:contentPart>
        </mc:Choice>
        <mc:Fallback>
          <p:pic>
            <p:nvPicPr>
              <p:cNvPr id="42" name="Szabadkéz 41">
                <a:extLst>
                  <a:ext uri="{FF2B5EF4-FFF2-40B4-BE49-F238E27FC236}">
                    <a16:creationId xmlns:a16="http://schemas.microsoft.com/office/drawing/2014/main" id="{B012DC95-F4C1-9D1B-1F0B-A127BCC7D9C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720549" y="2304038"/>
                <a:ext cx="1059464" cy="15628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3" name="Szabadkéz 42">
                <a:extLst>
                  <a:ext uri="{FF2B5EF4-FFF2-40B4-BE49-F238E27FC236}">
                    <a16:creationId xmlns:a16="http://schemas.microsoft.com/office/drawing/2014/main" id="{1A16D8CD-7C6B-5628-EAC3-C3BB9A515C2A}"/>
                  </a:ext>
                </a:extLst>
              </p14:cNvPr>
              <p14:cNvContentPartPr/>
              <p14:nvPr/>
            </p14:nvContentPartPr>
            <p14:xfrm>
              <a:off x="9224210" y="6366183"/>
              <a:ext cx="2577469" cy="71148"/>
            </p14:xfrm>
          </p:contentPart>
        </mc:Choice>
        <mc:Fallback>
          <p:pic>
            <p:nvPicPr>
              <p:cNvPr id="43" name="Szabadkéz 42">
                <a:extLst>
                  <a:ext uri="{FF2B5EF4-FFF2-40B4-BE49-F238E27FC236}">
                    <a16:creationId xmlns:a16="http://schemas.microsoft.com/office/drawing/2014/main" id="{1A16D8CD-7C6B-5628-EAC3-C3BB9A515C2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206213" y="6348664"/>
                <a:ext cx="2613102" cy="106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4" name="Szabadkéz 43">
                <a:extLst>
                  <a:ext uri="{FF2B5EF4-FFF2-40B4-BE49-F238E27FC236}">
                    <a16:creationId xmlns:a16="http://schemas.microsoft.com/office/drawing/2014/main" id="{941014E7-AED1-CB23-9980-A077785FB8B3}"/>
                  </a:ext>
                </a:extLst>
              </p14:cNvPr>
              <p14:cNvContentPartPr/>
              <p14:nvPr/>
            </p14:nvContentPartPr>
            <p14:xfrm>
              <a:off x="872289" y="1112921"/>
              <a:ext cx="10026" cy="10026"/>
            </p14:xfrm>
          </p:contentPart>
        </mc:Choice>
        <mc:Fallback>
          <p:pic>
            <p:nvPicPr>
              <p:cNvPr id="44" name="Szabadkéz 43">
                <a:extLst>
                  <a:ext uri="{FF2B5EF4-FFF2-40B4-BE49-F238E27FC236}">
                    <a16:creationId xmlns:a16="http://schemas.microsoft.com/office/drawing/2014/main" id="{941014E7-AED1-CB23-9980-A077785FB8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81015" y="621647"/>
                <a:ext cx="1002600" cy="10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5" name="Szabadkéz 44">
                <a:extLst>
                  <a:ext uri="{FF2B5EF4-FFF2-40B4-BE49-F238E27FC236}">
                    <a16:creationId xmlns:a16="http://schemas.microsoft.com/office/drawing/2014/main" id="{21E05808-6F71-8F1E-2842-1A264F128949}"/>
                  </a:ext>
                </a:extLst>
              </p14:cNvPr>
              <p14:cNvContentPartPr/>
              <p14:nvPr/>
            </p14:nvContentPartPr>
            <p14:xfrm>
              <a:off x="872289" y="1112921"/>
              <a:ext cx="10026" cy="10026"/>
            </p14:xfrm>
          </p:contentPart>
        </mc:Choice>
        <mc:Fallback>
          <p:pic>
            <p:nvPicPr>
              <p:cNvPr id="45" name="Szabadkéz 44">
                <a:extLst>
                  <a:ext uri="{FF2B5EF4-FFF2-40B4-BE49-F238E27FC236}">
                    <a16:creationId xmlns:a16="http://schemas.microsoft.com/office/drawing/2014/main" id="{21E05808-6F71-8F1E-2842-1A264F12894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81015" y="621647"/>
                <a:ext cx="1002600" cy="1002600"/>
              </a:xfrm>
              <a:prstGeom prst="rect">
                <a:avLst/>
              </a:prstGeom>
            </p:spPr>
          </p:pic>
        </mc:Fallback>
      </mc:AlternateContent>
      <p:sp>
        <p:nvSpPr>
          <p:cNvPr id="51" name="Szövegdoboz 50">
            <a:extLst>
              <a:ext uri="{FF2B5EF4-FFF2-40B4-BE49-F238E27FC236}">
                <a16:creationId xmlns:a16="http://schemas.microsoft.com/office/drawing/2014/main" id="{5C5A7D65-914E-5D99-FCD4-03A7CE279ACC}"/>
              </a:ext>
            </a:extLst>
          </p:cNvPr>
          <p:cNvSpPr txBox="1"/>
          <p:nvPr/>
        </p:nvSpPr>
        <p:spPr>
          <a:xfrm>
            <a:off x="3238499" y="110289"/>
            <a:ext cx="86827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/>
              <a:t>1:Navbar, 2:Footer, 3:Szavazásindítás, 4:Szavazásleadás, 5:Archivált szavazások,</a:t>
            </a:r>
          </a:p>
          <a:p>
            <a:r>
              <a:rPr lang="hu-HU" sz="2000" dirty="0"/>
              <a:t>6:Bejelentkezés és regisztráció, 7: segítségkérések, 8:Segítségfeladása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2" name="Szabadkéz 51">
                <a:extLst>
                  <a:ext uri="{FF2B5EF4-FFF2-40B4-BE49-F238E27FC236}">
                    <a16:creationId xmlns:a16="http://schemas.microsoft.com/office/drawing/2014/main" id="{B8DC7360-4A96-4864-CF72-00AB5B90C2D2}"/>
                  </a:ext>
                </a:extLst>
              </p14:cNvPr>
              <p14:cNvContentPartPr/>
              <p14:nvPr/>
            </p14:nvContentPartPr>
            <p14:xfrm>
              <a:off x="2356184" y="1553800"/>
              <a:ext cx="191202" cy="319948"/>
            </p14:xfrm>
          </p:contentPart>
        </mc:Choice>
        <mc:Fallback>
          <p:pic>
            <p:nvPicPr>
              <p:cNvPr id="52" name="Szabadkéz 51">
                <a:extLst>
                  <a:ext uri="{FF2B5EF4-FFF2-40B4-BE49-F238E27FC236}">
                    <a16:creationId xmlns:a16="http://schemas.microsoft.com/office/drawing/2014/main" id="{B8DC7360-4A96-4864-CF72-00AB5B90C2D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338214" y="1535825"/>
                <a:ext cx="226783" cy="355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53" name="Szabadkéz 52">
                <a:extLst>
                  <a:ext uri="{FF2B5EF4-FFF2-40B4-BE49-F238E27FC236}">
                    <a16:creationId xmlns:a16="http://schemas.microsoft.com/office/drawing/2014/main" id="{B16C747E-12D1-95A3-5299-9D9B01EC5EA1}"/>
                  </a:ext>
                </a:extLst>
              </p14:cNvPr>
              <p14:cNvContentPartPr/>
              <p14:nvPr/>
            </p14:nvContentPartPr>
            <p14:xfrm>
              <a:off x="6928184" y="1680548"/>
              <a:ext cx="182033" cy="283768"/>
            </p14:xfrm>
          </p:contentPart>
        </mc:Choice>
        <mc:Fallback>
          <p:pic>
            <p:nvPicPr>
              <p:cNvPr id="53" name="Szabadkéz 52">
                <a:extLst>
                  <a:ext uri="{FF2B5EF4-FFF2-40B4-BE49-F238E27FC236}">
                    <a16:creationId xmlns:a16="http://schemas.microsoft.com/office/drawing/2014/main" id="{B16C747E-12D1-95A3-5299-9D9B01EC5EA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910232" y="1662925"/>
                <a:ext cx="217578" cy="3193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4" name="Szabadkéz 53">
                <a:extLst>
                  <a:ext uri="{FF2B5EF4-FFF2-40B4-BE49-F238E27FC236}">
                    <a16:creationId xmlns:a16="http://schemas.microsoft.com/office/drawing/2014/main" id="{9E63B8B2-9372-9863-A1A8-CA9285C3297F}"/>
                  </a:ext>
                </a:extLst>
              </p14:cNvPr>
              <p14:cNvContentPartPr/>
              <p14:nvPr/>
            </p14:nvContentPartPr>
            <p14:xfrm>
              <a:off x="11069052" y="1530163"/>
              <a:ext cx="192742" cy="293511"/>
            </p14:xfrm>
          </p:contentPart>
        </mc:Choice>
        <mc:Fallback>
          <p:pic>
            <p:nvPicPr>
              <p:cNvPr id="54" name="Szabadkéz 53">
                <a:extLst>
                  <a:ext uri="{FF2B5EF4-FFF2-40B4-BE49-F238E27FC236}">
                    <a16:creationId xmlns:a16="http://schemas.microsoft.com/office/drawing/2014/main" id="{9E63B8B2-9372-9863-A1A8-CA9285C3297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051072" y="1512538"/>
                <a:ext cx="228342" cy="3291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55" name="Szabadkéz 54">
                <a:extLst>
                  <a:ext uri="{FF2B5EF4-FFF2-40B4-BE49-F238E27FC236}">
                    <a16:creationId xmlns:a16="http://schemas.microsoft.com/office/drawing/2014/main" id="{763D6617-B1A4-9814-206E-E86DEF13EFA9}"/>
                  </a:ext>
                </a:extLst>
              </p14:cNvPr>
              <p14:cNvContentPartPr/>
              <p14:nvPr/>
            </p14:nvContentPartPr>
            <p14:xfrm>
              <a:off x="531394" y="6114547"/>
              <a:ext cx="219479" cy="162396"/>
            </p14:xfrm>
          </p:contentPart>
        </mc:Choice>
        <mc:Fallback>
          <p:pic>
            <p:nvPicPr>
              <p:cNvPr id="55" name="Szabadkéz 54">
                <a:extLst>
                  <a:ext uri="{FF2B5EF4-FFF2-40B4-BE49-F238E27FC236}">
                    <a16:creationId xmlns:a16="http://schemas.microsoft.com/office/drawing/2014/main" id="{763D6617-B1A4-9814-206E-E86DEF13EFA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13793" y="6096942"/>
                <a:ext cx="255041" cy="19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56" name="Szabadkéz 55">
                <a:extLst>
                  <a:ext uri="{FF2B5EF4-FFF2-40B4-BE49-F238E27FC236}">
                    <a16:creationId xmlns:a16="http://schemas.microsoft.com/office/drawing/2014/main" id="{C1362CCB-03C0-FC24-055F-5041E172DADC}"/>
                  </a:ext>
                </a:extLst>
              </p14:cNvPr>
              <p14:cNvContentPartPr/>
              <p14:nvPr/>
            </p14:nvContentPartPr>
            <p14:xfrm>
              <a:off x="6286499" y="6185805"/>
              <a:ext cx="139387" cy="151815"/>
            </p14:xfrm>
          </p:contentPart>
        </mc:Choice>
        <mc:Fallback>
          <p:pic>
            <p:nvPicPr>
              <p:cNvPr id="56" name="Szabadkéz 55">
                <a:extLst>
                  <a:ext uri="{FF2B5EF4-FFF2-40B4-BE49-F238E27FC236}">
                    <a16:creationId xmlns:a16="http://schemas.microsoft.com/office/drawing/2014/main" id="{C1362CCB-03C0-FC24-055F-5041E172DAD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268896" y="6168219"/>
                <a:ext cx="174952" cy="187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7" name="Szabadkéz 56">
                <a:extLst>
                  <a:ext uri="{FF2B5EF4-FFF2-40B4-BE49-F238E27FC236}">
                    <a16:creationId xmlns:a16="http://schemas.microsoft.com/office/drawing/2014/main" id="{5702732F-84FC-7E1A-F8AB-6EB1A674001B}"/>
                  </a:ext>
                </a:extLst>
              </p14:cNvPr>
              <p14:cNvContentPartPr/>
              <p14:nvPr/>
            </p14:nvContentPartPr>
            <p14:xfrm>
              <a:off x="9735552" y="6135030"/>
              <a:ext cx="169486" cy="122609"/>
            </p14:xfrm>
          </p:contentPart>
        </mc:Choice>
        <mc:Fallback>
          <p:pic>
            <p:nvPicPr>
              <p:cNvPr id="57" name="Szabadkéz 56">
                <a:extLst>
                  <a:ext uri="{FF2B5EF4-FFF2-40B4-BE49-F238E27FC236}">
                    <a16:creationId xmlns:a16="http://schemas.microsoft.com/office/drawing/2014/main" id="{5702732F-84FC-7E1A-F8AB-6EB1A674001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717598" y="6117463"/>
                <a:ext cx="205035" cy="158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8" name="Szabadkéz 57">
                <a:extLst>
                  <a:ext uri="{FF2B5EF4-FFF2-40B4-BE49-F238E27FC236}">
                    <a16:creationId xmlns:a16="http://schemas.microsoft.com/office/drawing/2014/main" id="{100250B2-B1BE-7AD5-86A0-42E6AF4CE3D3}"/>
                  </a:ext>
                </a:extLst>
              </p14:cNvPr>
              <p14:cNvContentPartPr/>
              <p14:nvPr/>
            </p14:nvContentPartPr>
            <p14:xfrm>
              <a:off x="9665368" y="2405616"/>
              <a:ext cx="190598" cy="252549"/>
            </p14:xfrm>
          </p:contentPart>
        </mc:Choice>
        <mc:Fallback>
          <p:pic>
            <p:nvPicPr>
              <p:cNvPr id="58" name="Szabadkéz 57">
                <a:extLst>
                  <a:ext uri="{FF2B5EF4-FFF2-40B4-BE49-F238E27FC236}">
                    <a16:creationId xmlns:a16="http://schemas.microsoft.com/office/drawing/2014/main" id="{100250B2-B1BE-7AD5-86A0-42E6AF4CE3D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647387" y="2387654"/>
                <a:ext cx="226200" cy="288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9" name="Szabadkéz 58">
                <a:extLst>
                  <a:ext uri="{FF2B5EF4-FFF2-40B4-BE49-F238E27FC236}">
                    <a16:creationId xmlns:a16="http://schemas.microsoft.com/office/drawing/2014/main" id="{97BFFCA3-97CD-D5E0-FC5C-7494F74DA14B}"/>
                  </a:ext>
                </a:extLst>
              </p14:cNvPr>
              <p14:cNvContentPartPr/>
              <p14:nvPr/>
            </p14:nvContentPartPr>
            <p14:xfrm>
              <a:off x="10372420" y="4341394"/>
              <a:ext cx="254494" cy="151996"/>
            </p14:xfrm>
          </p:contentPart>
        </mc:Choice>
        <mc:Fallback>
          <p:pic>
            <p:nvPicPr>
              <p:cNvPr id="59" name="Szabadkéz 58">
                <a:extLst>
                  <a:ext uri="{FF2B5EF4-FFF2-40B4-BE49-F238E27FC236}">
                    <a16:creationId xmlns:a16="http://schemas.microsoft.com/office/drawing/2014/main" id="{97BFFCA3-97CD-D5E0-FC5C-7494F74DA14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354447" y="4323428"/>
                <a:ext cx="290080" cy="1875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60" name="Szabadkéz 59">
                <a:extLst>
                  <a:ext uri="{FF2B5EF4-FFF2-40B4-BE49-F238E27FC236}">
                    <a16:creationId xmlns:a16="http://schemas.microsoft.com/office/drawing/2014/main" id="{224A87F2-B6CE-4089-3C12-92F875D3C76C}"/>
                  </a:ext>
                </a:extLst>
              </p14:cNvPr>
              <p14:cNvContentPartPr/>
              <p14:nvPr/>
            </p14:nvContentPartPr>
            <p14:xfrm>
              <a:off x="10517001" y="4411578"/>
              <a:ext cx="20656" cy="179386"/>
            </p14:xfrm>
          </p:contentPart>
        </mc:Choice>
        <mc:Fallback>
          <p:pic>
            <p:nvPicPr>
              <p:cNvPr id="60" name="Szabadkéz 59">
                <a:extLst>
                  <a:ext uri="{FF2B5EF4-FFF2-40B4-BE49-F238E27FC236}">
                    <a16:creationId xmlns:a16="http://schemas.microsoft.com/office/drawing/2014/main" id="{224A87F2-B6CE-4089-3C12-92F875D3C76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499550" y="4393963"/>
                <a:ext cx="55914" cy="214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1" name="Szabadkéz 60">
                <a:extLst>
                  <a:ext uri="{FF2B5EF4-FFF2-40B4-BE49-F238E27FC236}">
                    <a16:creationId xmlns:a16="http://schemas.microsoft.com/office/drawing/2014/main" id="{4E43AB84-8F55-1302-23B5-0DFFA31AFC90}"/>
                  </a:ext>
                </a:extLst>
              </p14:cNvPr>
              <p14:cNvContentPartPr/>
              <p14:nvPr/>
            </p14:nvContentPartPr>
            <p14:xfrm>
              <a:off x="11197366" y="2396289"/>
              <a:ext cx="154027" cy="282751"/>
            </p14:xfrm>
          </p:contentPart>
        </mc:Choice>
        <mc:Fallback>
          <p:pic>
            <p:nvPicPr>
              <p:cNvPr id="61" name="Szabadkéz 60">
                <a:extLst>
                  <a:ext uri="{FF2B5EF4-FFF2-40B4-BE49-F238E27FC236}">
                    <a16:creationId xmlns:a16="http://schemas.microsoft.com/office/drawing/2014/main" id="{4E43AB84-8F55-1302-23B5-0DFFA31AFC9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1179414" y="2378662"/>
                <a:ext cx="189572" cy="318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2" name="Szabadkéz 61">
                <a:extLst>
                  <a:ext uri="{FF2B5EF4-FFF2-40B4-BE49-F238E27FC236}">
                    <a16:creationId xmlns:a16="http://schemas.microsoft.com/office/drawing/2014/main" id="{7E8F1D7A-637C-24E5-2867-8A4DC217DA5B}"/>
                  </a:ext>
                </a:extLst>
              </p14:cNvPr>
              <p14:cNvContentPartPr/>
              <p14:nvPr/>
            </p14:nvContentPartPr>
            <p14:xfrm>
              <a:off x="5355446" y="2696432"/>
              <a:ext cx="309421" cy="272112"/>
            </p14:xfrm>
          </p:contentPart>
        </mc:Choice>
        <mc:Fallback>
          <p:pic>
            <p:nvPicPr>
              <p:cNvPr id="62" name="Szabadkéz 61">
                <a:extLst>
                  <a:ext uri="{FF2B5EF4-FFF2-40B4-BE49-F238E27FC236}">
                    <a16:creationId xmlns:a16="http://schemas.microsoft.com/office/drawing/2014/main" id="{7E8F1D7A-637C-24E5-2867-8A4DC217DA5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337837" y="2678818"/>
                <a:ext cx="344999" cy="307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63" name="Szabadkéz 62">
                <a:extLst>
                  <a:ext uri="{FF2B5EF4-FFF2-40B4-BE49-F238E27FC236}">
                    <a16:creationId xmlns:a16="http://schemas.microsoft.com/office/drawing/2014/main" id="{C3C23ACA-7CCF-3268-7B4C-75827C376D74}"/>
                  </a:ext>
                </a:extLst>
              </p14:cNvPr>
              <p14:cNvContentPartPr/>
              <p14:nvPr/>
            </p14:nvContentPartPr>
            <p14:xfrm>
              <a:off x="7067378" y="2596379"/>
              <a:ext cx="234056" cy="262312"/>
            </p14:xfrm>
          </p:contentPart>
        </mc:Choice>
        <mc:Fallback>
          <p:pic>
            <p:nvPicPr>
              <p:cNvPr id="63" name="Szabadkéz 62">
                <a:extLst>
                  <a:ext uri="{FF2B5EF4-FFF2-40B4-BE49-F238E27FC236}">
                    <a16:creationId xmlns:a16="http://schemas.microsoft.com/office/drawing/2014/main" id="{C3C23ACA-7CCF-3268-7B4C-75827C376D7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049401" y="2578772"/>
                <a:ext cx="269650" cy="297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4" name="Szabadkéz 63">
                <a:extLst>
                  <a:ext uri="{FF2B5EF4-FFF2-40B4-BE49-F238E27FC236}">
                    <a16:creationId xmlns:a16="http://schemas.microsoft.com/office/drawing/2014/main" id="{0C9977CA-2C81-D60E-4EAA-4EE9FB25DDF3}"/>
                  </a:ext>
                </a:extLst>
              </p14:cNvPr>
              <p14:cNvContentPartPr/>
              <p14:nvPr/>
            </p14:nvContentPartPr>
            <p14:xfrm>
              <a:off x="2486526" y="2971250"/>
              <a:ext cx="300340" cy="338911"/>
            </p14:xfrm>
          </p:contentPart>
        </mc:Choice>
        <mc:Fallback>
          <p:pic>
            <p:nvPicPr>
              <p:cNvPr id="64" name="Szabadkéz 63">
                <a:extLst>
                  <a:ext uri="{FF2B5EF4-FFF2-40B4-BE49-F238E27FC236}">
                    <a16:creationId xmlns:a16="http://schemas.microsoft.com/office/drawing/2014/main" id="{0C9977CA-2C81-D60E-4EAA-4EE9FB25DDF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468542" y="2953621"/>
                <a:ext cx="335949" cy="3745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5" name="Szabadkéz 64">
                <a:extLst>
                  <a:ext uri="{FF2B5EF4-FFF2-40B4-BE49-F238E27FC236}">
                    <a16:creationId xmlns:a16="http://schemas.microsoft.com/office/drawing/2014/main" id="{DF57BA7B-3A70-4D34-63EA-FD5B4FF59B16}"/>
                  </a:ext>
                </a:extLst>
              </p14:cNvPr>
              <p14:cNvContentPartPr/>
              <p14:nvPr/>
            </p14:nvContentPartPr>
            <p14:xfrm>
              <a:off x="2556710" y="3158289"/>
              <a:ext cx="179369" cy="10026"/>
            </p14:xfrm>
          </p:contentPart>
        </mc:Choice>
        <mc:Fallback>
          <p:pic>
            <p:nvPicPr>
              <p:cNvPr id="65" name="Szabadkéz 64">
                <a:extLst>
                  <a:ext uri="{FF2B5EF4-FFF2-40B4-BE49-F238E27FC236}">
                    <a16:creationId xmlns:a16="http://schemas.microsoft.com/office/drawing/2014/main" id="{DF57BA7B-3A70-4D34-63EA-FD5B4FF59B1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538737" y="2656989"/>
                <a:ext cx="214955" cy="10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6" name="Szabadkéz 65">
                <a:extLst>
                  <a:ext uri="{FF2B5EF4-FFF2-40B4-BE49-F238E27FC236}">
                    <a16:creationId xmlns:a16="http://schemas.microsoft.com/office/drawing/2014/main" id="{6FE38FB9-AB35-D9E3-EE24-71BA68ABB6F6}"/>
                  </a:ext>
                </a:extLst>
              </p14:cNvPr>
              <p14:cNvContentPartPr/>
              <p14:nvPr/>
            </p14:nvContentPartPr>
            <p14:xfrm>
              <a:off x="1171787" y="2354842"/>
              <a:ext cx="183448" cy="334152"/>
            </p14:xfrm>
          </p:contentPart>
        </mc:Choice>
        <mc:Fallback>
          <p:pic>
            <p:nvPicPr>
              <p:cNvPr id="66" name="Szabadkéz 65">
                <a:extLst>
                  <a:ext uri="{FF2B5EF4-FFF2-40B4-BE49-F238E27FC236}">
                    <a16:creationId xmlns:a16="http://schemas.microsoft.com/office/drawing/2014/main" id="{6FE38FB9-AB35-D9E3-EE24-71BA68ABB6F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154196" y="2336858"/>
                <a:ext cx="218989" cy="36976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891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FEF360-4AF1-AD21-2873-ADEFEA5B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4394"/>
            <a:ext cx="10092477" cy="953669"/>
          </a:xfrm>
        </p:spPr>
        <p:txBody>
          <a:bodyPr/>
          <a:lstStyle/>
          <a:p>
            <a:r>
              <a:rPr lang="hu-HU" dirty="0" err="1"/>
              <a:t>Admin</a:t>
            </a:r>
            <a:r>
              <a:rPr lang="hu-HU" dirty="0"/>
              <a:t>-felület</a:t>
            </a:r>
          </a:p>
        </p:txBody>
      </p:sp>
      <p:pic>
        <p:nvPicPr>
          <p:cNvPr id="5" name="Tartalom helye 4" descr="A képen szöveg, képernyőkép, szoftver, képernyő látható&#10;&#10;Automatikusan generált leírás">
            <a:extLst>
              <a:ext uri="{FF2B5EF4-FFF2-40B4-BE49-F238E27FC236}">
                <a16:creationId xmlns:a16="http://schemas.microsoft.com/office/drawing/2014/main" id="{B05538D8-A7DC-3F18-A65A-92122E8A39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5642" y="2422649"/>
            <a:ext cx="8679640" cy="4102005"/>
          </a:xfrm>
        </p:spPr>
      </p:pic>
      <p:sp>
        <p:nvSpPr>
          <p:cNvPr id="4" name="Tartalom helye 3">
            <a:extLst>
              <a:ext uri="{FF2B5EF4-FFF2-40B4-BE49-F238E27FC236}">
                <a16:creationId xmlns:a16="http://schemas.microsoft.com/office/drawing/2014/main" id="{62ADF0CC-33E9-A7EA-67D0-0469E9952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342684"/>
            <a:ext cx="4809482" cy="19553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Az </a:t>
            </a:r>
            <a:r>
              <a:rPr lang="hu-HU" dirty="0" err="1"/>
              <a:t>admin</a:t>
            </a:r>
            <a:r>
              <a:rPr lang="hu-HU" dirty="0"/>
              <a:t>(Háztömb tulajdonos) látja a lakóinak az adatait, le tud kérdezni információkat (pl. Nem fizetett közösköltség)</a:t>
            </a:r>
          </a:p>
        </p:txBody>
      </p:sp>
    </p:spTree>
    <p:extLst>
      <p:ext uri="{BB962C8B-B14F-4D97-AF65-F5344CB8AC3E}">
        <p14:creationId xmlns:p14="http://schemas.microsoft.com/office/powerpoint/2010/main" val="3020733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E8CA15-4C8E-4F25-4CA5-404A32CFF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F4C5247-662B-30BC-2B06-31DAA8903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/>
              <a:t>Sike Domonkos</a:t>
            </a:r>
          </a:p>
          <a:p>
            <a:r>
              <a:rPr lang="hu-HU"/>
              <a:t>Jánosi Marcell</a:t>
            </a:r>
          </a:p>
          <a:p>
            <a:r>
              <a:rPr lang="hu-HU" dirty="0"/>
              <a:t>Kovács Szabolcs</a:t>
            </a:r>
          </a:p>
        </p:txBody>
      </p:sp>
    </p:spTree>
    <p:extLst>
      <p:ext uri="{BB962C8B-B14F-4D97-AF65-F5344CB8AC3E}">
        <p14:creationId xmlns:p14="http://schemas.microsoft.com/office/powerpoint/2010/main" val="872740518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0</TotalTime>
  <Words>1</Words>
  <Application>Microsoft Office PowerPoint</Application>
  <PresentationFormat>Szélesvásznú</PresentationFormat>
  <Paragraphs>1</Paragraphs>
  <Slides>10</Slides>
  <Notes>1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1" baseType="lpstr">
      <vt:lpstr>SwellVTI</vt:lpstr>
      <vt:lpstr>Project Sprint</vt:lpstr>
      <vt:lpstr>Kommunikáció</vt:lpstr>
      <vt:lpstr>Project terv</vt:lpstr>
      <vt:lpstr>Oldal logika</vt:lpstr>
      <vt:lpstr>Oldal logika</vt:lpstr>
      <vt:lpstr>Munkaelosztás</vt:lpstr>
      <vt:lpstr>Adatbázis-terv</vt:lpstr>
      <vt:lpstr>Wireframe</vt:lpstr>
      <vt:lpstr>Admin-felület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322</cp:revision>
  <dcterms:created xsi:type="dcterms:W3CDTF">2024-11-28T17:48:54Z</dcterms:created>
  <dcterms:modified xsi:type="dcterms:W3CDTF">2024-11-28T19:02:30Z</dcterms:modified>
</cp:coreProperties>
</file>